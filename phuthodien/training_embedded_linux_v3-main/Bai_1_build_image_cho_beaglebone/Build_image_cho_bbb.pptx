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4" r:id="rId3"/>
    <p:sldId id="275" r:id="rId4"/>
    <p:sldId id="288" r:id="rId5"/>
    <p:sldId id="276" r:id="rId6"/>
    <p:sldId id="277" r:id="rId7"/>
    <p:sldId id="292" r:id="rId8"/>
    <p:sldId id="293" r:id="rId9"/>
    <p:sldId id="294" r:id="rId10"/>
    <p:sldId id="295" r:id="rId11"/>
    <p:sldId id="296" r:id="rId12"/>
    <p:sldId id="297" r:id="rId13"/>
    <p:sldId id="289" r:id="rId14"/>
    <p:sldId id="290" r:id="rId15"/>
    <p:sldId id="291" r:id="rId16"/>
    <p:sldId id="258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2134" autoAdjust="0"/>
  </p:normalViewPr>
  <p:slideViewPr>
    <p:cSldViewPr snapToGrid="0" snapToObjects="1" showGuides="1">
      <p:cViewPr varScale="1">
        <p:scale>
          <a:sx n="90" d="100"/>
          <a:sy n="90" d="100"/>
        </p:scale>
        <p:origin x="90" y="223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F6B2F8-E390-BD4F-9ACD-789C35D23CE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0A0C1-BF67-B440-B7AD-B68AAB032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041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F8F81-D7B9-424E-B993-6D09B3871A4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3067B3-3AE6-DD4A-9E3D-C999AB397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046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617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93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vi-VN" dirty="0" smtClean="0"/>
              <a:t>Cắm dây chéo: Rx, Tx </a:t>
            </a:r>
          </a:p>
          <a:p>
            <a:pPr marL="171450" indent="-171450">
              <a:buFontTx/>
              <a:buChar char="-"/>
            </a:pPr>
            <a:endParaRPr lang="vi-VN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499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vi-VN" dirty="0" smtClean="0"/>
              <a:t>Ubuntu: 40GB , 2 Processors, NAT</a:t>
            </a:r>
            <a:r>
              <a:rPr lang="vi-VN" baseline="0" dirty="0" smtClean="0"/>
              <a:t> (share Network between window and VM), install in server mode (ssh only)</a:t>
            </a:r>
          </a:p>
          <a:p>
            <a:pPr marL="0" indent="0">
              <a:buFontTx/>
              <a:buNone/>
            </a:pPr>
            <a:endParaRPr lang="vi-VN" baseline="0" dirty="0" smtClean="0"/>
          </a:p>
          <a:p>
            <a:pPr marL="171450" indent="-171450">
              <a:buFontTx/>
              <a:buChar char="-"/>
            </a:pPr>
            <a:r>
              <a:rPr lang="en-US" dirty="0" smtClean="0"/>
              <a:t>Install </a:t>
            </a:r>
            <a:r>
              <a:rPr lang="en-US" dirty="0" err="1" smtClean="0"/>
              <a:t>ssh</a:t>
            </a:r>
            <a:r>
              <a:rPr lang="en-US" dirty="0" smtClean="0"/>
              <a:t> server in Ubuntu: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google</a:t>
            </a:r>
            <a:r>
              <a:rPr lang="en-US" baseline="0" dirty="0" smtClean="0"/>
              <a:t> it (</a:t>
            </a:r>
            <a:r>
              <a:rPr lang="en-US" baseline="0" dirty="0" err="1" smtClean="0"/>
              <a:t>openssh</a:t>
            </a:r>
            <a:r>
              <a:rPr lang="en-US" baseline="0" dirty="0" smtClean="0"/>
              <a:t>-server) </a:t>
            </a:r>
          </a:p>
          <a:p>
            <a:pPr marL="171450" indent="-171450">
              <a:buFontTx/>
              <a:buChar char="-"/>
            </a:pPr>
            <a:endParaRPr lang="en-US" baseline="0" dirty="0" smtClean="0"/>
          </a:p>
          <a:p>
            <a:pPr marL="171450" indent="-171450">
              <a:buFontTx/>
              <a:buChar char="-"/>
            </a:pPr>
            <a:r>
              <a:rPr lang="en-US" baseline="0" dirty="0" smtClean="0"/>
              <a:t>How many Service/</a:t>
            </a:r>
            <a:r>
              <a:rPr lang="en-US" baseline="0" dirty="0" err="1" smtClean="0"/>
              <a:t>Demond</a:t>
            </a:r>
            <a:r>
              <a:rPr lang="en-US" baseline="0" dirty="0" smtClean="0"/>
              <a:t>/Process of </a:t>
            </a:r>
            <a:r>
              <a:rPr lang="en-US" baseline="0" dirty="0" err="1" smtClean="0"/>
              <a:t>init</a:t>
            </a:r>
            <a:r>
              <a:rPr lang="en-US" baseline="0" dirty="0" smtClean="0"/>
              <a:t>, and by user/ </a:t>
            </a:r>
            <a:r>
              <a:rPr lang="en-US" baseline="0" dirty="0" err="1" smtClean="0"/>
              <a:t>ssh</a:t>
            </a:r>
            <a:r>
              <a:rPr lang="en-US" baseline="0" dirty="0" smtClean="0"/>
              <a:t>-session </a:t>
            </a:r>
          </a:p>
          <a:p>
            <a:pPr marL="171450" indent="-171450">
              <a:buFontTx/>
              <a:buChar char="-"/>
            </a:pPr>
            <a:endParaRPr lang="en-US" baseline="0" dirty="0" smtClean="0"/>
          </a:p>
          <a:p>
            <a:pPr marL="171450" indent="-171450">
              <a:buFontTx/>
              <a:buChar char="-"/>
            </a:pPr>
            <a:endParaRPr lang="en-US" baseline="0" dirty="0" smtClean="0"/>
          </a:p>
          <a:p>
            <a:pPr marL="171450" indent="-171450">
              <a:buFontTx/>
              <a:buChar char="-"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14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smtClean="0"/>
              <a:t>https://forum.digikey.com/t/debian-getting-started-with-the-beaglebone-black/12967 </a:t>
            </a:r>
          </a:p>
          <a:p>
            <a:pPr marL="171450" indent="-171450">
              <a:buFontTx/>
              <a:buChar char="-"/>
            </a:pPr>
            <a:endParaRPr lang="en-US" dirty="0" smtClean="0"/>
          </a:p>
          <a:p>
            <a:pPr marL="171450" indent="-171450">
              <a:buFontTx/>
              <a:buChar char="-"/>
            </a:pPr>
            <a:r>
              <a:rPr lang="en-US" dirty="0" err="1" smtClean="0"/>
              <a:t>Trang</a:t>
            </a:r>
            <a:r>
              <a:rPr lang="vi-VN" baseline="0" dirty="0" smtClean="0"/>
              <a:t> này của hãng lun, nên follow theo, không nên đọc máy source khác </a:t>
            </a:r>
          </a:p>
          <a:p>
            <a:pPr marL="171450" indent="-171450">
              <a:buFontTx/>
              <a:buChar char="-"/>
            </a:pPr>
            <a:r>
              <a:rPr lang="vi-VN" baseline="0" dirty="0" smtClean="0"/>
              <a:t>Tóm tắt trong: steps_load_image.txt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751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 smtClean="0"/>
              <a:t>- Tool Chain : bộ công cụ dùng để build code C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70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96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" y="0"/>
            <a:ext cx="9124122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4200" y="1743789"/>
            <a:ext cx="5334000" cy="678021"/>
          </a:xfrm>
        </p:spPr>
        <p:txBody>
          <a:bodyPr>
            <a:noAutofit/>
          </a:bodyPr>
          <a:lstStyle>
            <a:lvl1pPr algn="ctr">
              <a:defRPr sz="3600">
                <a:solidFill>
                  <a:srgbClr val="FF66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200" y="2571750"/>
            <a:ext cx="5334000" cy="434975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rgbClr val="99CC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BE28-58BC-4486-9A8E-6C1F0E326EAB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68557" y="4767263"/>
            <a:ext cx="4489063" cy="273844"/>
          </a:xfrm>
        </p:spPr>
        <p:txBody>
          <a:bodyPr/>
          <a:lstStyle/>
          <a:p>
            <a:r>
              <a:rPr lang="en-US"/>
              <a:t>©FPT SOFTWARE - Corporate Training Center - Internal Use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6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6706925" cy="64405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0857"/>
            <a:ext cx="8229600" cy="372376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BB6E5-7AA4-4C0D-BF97-BDC69083DBC9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63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BB4B-2F94-4F11-9AD4-28D0EBD25231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22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5478-161F-4B28-93E5-DE9BF6B2D5E2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49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7222"/>
            <a:ext cx="6611510" cy="5406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38055-F1C9-4AC4-B9E3-476EF82AD4CC}" type="datetime1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57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9E8B6-A1D4-4191-8D54-A8260B6A1972}" type="datetime1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C1980-AF69-46D2-A9FE-14E6E6C939BE}" type="datetime1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75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076325"/>
            <a:ext cx="5111750" cy="3518298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3C03-0194-466F-B287-AA772F5566B9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6706925" cy="6440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59380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930959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79009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F56F-D32E-44F3-A5D6-9F4533FAF9BD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73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28C3-1882-4E84-9C82-23BA74B52008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62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B1917-4DD8-41D3-93A0-974B9DFBBCBF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728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" y="0"/>
            <a:ext cx="9124122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6706925" cy="6440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11887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9C729-EC9D-4075-8A00-DCB3B3221814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9245" y="4767263"/>
            <a:ext cx="3948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©FPT SOFTWARE - Corporate Training Center - Internal Use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1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orum.digikey.com/t/debian-getting-started-with-the-beaglebone-black/1296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 image </a:t>
            </a:r>
            <a:r>
              <a:rPr lang="en-US" dirty="0" err="1"/>
              <a:t>cho</a:t>
            </a:r>
            <a:r>
              <a:rPr lang="en-US" dirty="0"/>
              <a:t> board Beagle Bone Black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: </a:t>
            </a:r>
            <a:r>
              <a:rPr lang="en-US" dirty="0" err="1"/>
              <a:t>Lưu</a:t>
            </a:r>
            <a:r>
              <a:rPr lang="en-US" dirty="0"/>
              <a:t> An </a:t>
            </a:r>
            <a:r>
              <a:rPr lang="en-US" dirty="0" err="1"/>
              <a:t>Phú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21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hardware</a:t>
            </a:r>
          </a:p>
          <a:p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Ubuntu virtual machine</a:t>
            </a:r>
          </a:p>
          <a:p>
            <a:r>
              <a:rPr lang="en-US" dirty="0"/>
              <a:t>Build image </a:t>
            </a:r>
            <a:r>
              <a:rPr lang="en-US" dirty="0" err="1"/>
              <a:t>cho</a:t>
            </a:r>
            <a:r>
              <a:rPr lang="en-US" dirty="0"/>
              <a:t> Beagle Bone Black</a:t>
            </a:r>
          </a:p>
          <a:p>
            <a:r>
              <a:rPr lang="en-US" dirty="0"/>
              <a:t>Flash image </a:t>
            </a:r>
            <a:r>
              <a:rPr lang="en-US" dirty="0" err="1"/>
              <a:t>cho</a:t>
            </a:r>
            <a:r>
              <a:rPr lang="en-US" dirty="0"/>
              <a:t> Beagle Bone Black</a:t>
            </a:r>
          </a:p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58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Chuẩn</a:t>
            </a:r>
            <a:r>
              <a:rPr lang="en-US" sz="3200" dirty="0"/>
              <a:t> </a:t>
            </a:r>
            <a:r>
              <a:rPr lang="en-US" sz="3200" dirty="0" err="1"/>
              <a:t>bị</a:t>
            </a:r>
            <a:r>
              <a:rPr lang="en-US" sz="3200" dirty="0"/>
              <a:t> hardware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1 board Beagle Bone Black.</a:t>
            </a:r>
          </a:p>
          <a:p>
            <a:pPr lvl="1"/>
            <a:r>
              <a:rPr lang="en-US" dirty="0"/>
              <a:t>1 </a:t>
            </a:r>
            <a:r>
              <a:rPr lang="en-US" dirty="0" err="1"/>
              <a:t>sdcard</a:t>
            </a:r>
            <a:r>
              <a:rPr lang="en-US" dirty="0"/>
              <a:t> reader.</a:t>
            </a:r>
          </a:p>
          <a:p>
            <a:pPr lvl="1"/>
            <a:r>
              <a:rPr lang="en-US" dirty="0"/>
              <a:t>1 CP 210x.</a:t>
            </a:r>
          </a:p>
          <a:p>
            <a:pPr lvl="1"/>
            <a:r>
              <a:rPr lang="en-US" dirty="0"/>
              <a:t>1 </a:t>
            </a:r>
            <a:r>
              <a:rPr lang="en-US" dirty="0" err="1"/>
              <a:t>sdcard</a:t>
            </a:r>
            <a:r>
              <a:rPr lang="en-US" dirty="0"/>
              <a:t> 8G.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5E1BF4A-2F0C-4DB0-B7C1-5DE357084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755" y="1448582"/>
            <a:ext cx="3072977" cy="314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18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Chuẩn</a:t>
            </a:r>
            <a:r>
              <a:rPr lang="en-US" sz="3200" dirty="0"/>
              <a:t> </a:t>
            </a:r>
            <a:r>
              <a:rPr lang="en-US" sz="3200" dirty="0" err="1"/>
              <a:t>bị</a:t>
            </a:r>
            <a:r>
              <a:rPr lang="en-US" sz="3200" dirty="0"/>
              <a:t> hardware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Chân</a:t>
            </a:r>
            <a:r>
              <a:rPr lang="en-US" dirty="0"/>
              <a:t> GND, TX, RX </a:t>
            </a:r>
            <a:r>
              <a:rPr lang="en-US" dirty="0" err="1"/>
              <a:t>của</a:t>
            </a:r>
            <a:r>
              <a:rPr lang="en-US" dirty="0"/>
              <a:t> CP210x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cắm</a:t>
            </a:r>
            <a:r>
              <a:rPr lang="en-US" dirty="0"/>
              <a:t> </a:t>
            </a:r>
            <a:r>
              <a:rPr lang="en-US" dirty="0" err="1"/>
              <a:t>chéo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board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xmlns="" id="{5C044EA0-DB89-4A74-908B-F0CED544B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151" y="1514695"/>
            <a:ext cx="2757948" cy="275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392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Ubuntu virtual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b="1" dirty="0" err="1"/>
              <a:t>vmware</a:t>
            </a:r>
            <a:r>
              <a:rPr lang="en-US" dirty="0"/>
              <a:t>.</a:t>
            </a:r>
          </a:p>
          <a:p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b="1" dirty="0" err="1"/>
              <a:t>MobaXterm</a:t>
            </a:r>
            <a:endParaRPr lang="en-US" b="1" dirty="0"/>
          </a:p>
          <a:p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b="1" dirty="0"/>
              <a:t>Ubuntu 20.04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Vmware</a:t>
            </a:r>
            <a:r>
              <a:rPr lang="en-US" dirty="0" smtClean="0"/>
              <a:t>.</a:t>
            </a:r>
            <a:r>
              <a:rPr lang="vi-VN" dirty="0" smtClean="0"/>
              <a:t> 40GB</a:t>
            </a:r>
            <a:endParaRPr lang="en-US" dirty="0"/>
          </a:p>
          <a:p>
            <a:r>
              <a:rPr lang="en-US" dirty="0"/>
              <a:t>Setup </a:t>
            </a:r>
            <a:r>
              <a:rPr lang="en-US" b="1" dirty="0" err="1"/>
              <a:t>ssh</a:t>
            </a:r>
            <a:r>
              <a:rPr lang="en-US" b="1" dirty="0"/>
              <a:t>-server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Ubuntu.</a:t>
            </a:r>
          </a:p>
          <a:p>
            <a:r>
              <a:rPr lang="en-US" dirty="0"/>
              <a:t>Connect </a:t>
            </a:r>
            <a:r>
              <a:rPr lang="en-US" dirty="0" err="1"/>
              <a:t>MobaXterm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Ubuntu over SSH.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99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Build image </a:t>
            </a:r>
            <a:r>
              <a:rPr lang="en-US" sz="3200" dirty="0" err="1"/>
              <a:t>cho</a:t>
            </a:r>
            <a:r>
              <a:rPr lang="en-US" sz="3200" dirty="0"/>
              <a:t> Beagle Bone Black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board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user-manual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hang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build image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.</a:t>
            </a:r>
          </a:p>
          <a:p>
            <a:r>
              <a:rPr lang="en-US" dirty="0" err="1"/>
              <a:t>Cách</a:t>
            </a:r>
            <a:r>
              <a:rPr lang="en-US" dirty="0"/>
              <a:t> build image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board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.</a:t>
            </a:r>
          </a:p>
          <a:p>
            <a:r>
              <a:rPr lang="en-US" dirty="0">
                <a:hlinkClick r:id="rId3"/>
              </a:rPr>
              <a:t>Link </a:t>
            </a:r>
            <a:r>
              <a:rPr lang="en-US" dirty="0" err="1">
                <a:hlinkClick r:id="rId3"/>
              </a:rPr>
              <a:t>hướng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dẫn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của</a:t>
            </a:r>
            <a:r>
              <a:rPr lang="en-US" dirty="0">
                <a:hlinkClick r:id="rId3"/>
              </a:rPr>
              <a:t> Beagle Bone Black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813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Tải và cài đặt tool chain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IDE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gcc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build.</a:t>
            </a:r>
          </a:p>
          <a:p>
            <a:r>
              <a:rPr lang="en-US" dirty="0"/>
              <a:t>1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b="1" dirty="0"/>
              <a:t>tool chain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source code. Hay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 err="1"/>
              <a:t>gcc</a:t>
            </a:r>
            <a:r>
              <a:rPr lang="en-US" dirty="0"/>
              <a:t>.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b="1" dirty="0" err="1"/>
              <a:t>gdb</a:t>
            </a:r>
            <a:r>
              <a:rPr lang="en-US" dirty="0"/>
              <a:t>, </a:t>
            </a:r>
            <a:r>
              <a:rPr lang="en-US" b="1" dirty="0" err="1"/>
              <a:t>objdump</a:t>
            </a:r>
            <a:r>
              <a:rPr lang="en-US" dirty="0"/>
              <a:t>, …</a:t>
            </a:r>
          </a:p>
          <a:p>
            <a:r>
              <a:rPr lang="en-US" dirty="0" err="1"/>
              <a:t>Mỗi</a:t>
            </a:r>
            <a:r>
              <a:rPr lang="en-US" dirty="0"/>
              <a:t> 1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1 </a:t>
            </a:r>
            <a:r>
              <a:rPr lang="en-US" dirty="0" err="1"/>
              <a:t>loại</a:t>
            </a:r>
            <a:r>
              <a:rPr lang="en-US" dirty="0"/>
              <a:t> tool chain </a:t>
            </a:r>
            <a:r>
              <a:rPr lang="en-US" dirty="0" err="1"/>
              <a:t>riêng</a:t>
            </a:r>
            <a:r>
              <a:rPr lang="en-US" dirty="0"/>
              <a:t>, </a:t>
            </a:r>
            <a:r>
              <a:rPr lang="en-US" dirty="0" err="1"/>
              <a:t>thậm</a:t>
            </a:r>
            <a:r>
              <a:rPr lang="en-US" dirty="0"/>
              <a:t> </a:t>
            </a:r>
            <a:r>
              <a:rPr lang="en-US" dirty="0" err="1"/>
              <a:t>chí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b="1" dirty="0" err="1"/>
              <a:t>SoC</a:t>
            </a:r>
            <a:r>
              <a:rPr lang="en-US" b="1" dirty="0"/>
              <a:t> </a:t>
            </a:r>
            <a:r>
              <a:rPr lang="en-US" b="1" dirty="0" err="1"/>
              <a:t>sẽ</a:t>
            </a:r>
            <a:r>
              <a:rPr lang="en-US" b="1" dirty="0"/>
              <a:t> </a:t>
            </a:r>
            <a:r>
              <a:rPr lang="en-US" b="1" dirty="0" err="1"/>
              <a:t>có</a:t>
            </a:r>
            <a:r>
              <a:rPr lang="en-US" b="1" dirty="0"/>
              <a:t> 1 </a:t>
            </a:r>
            <a:r>
              <a:rPr lang="en-US" b="1" dirty="0" err="1"/>
              <a:t>bộ</a:t>
            </a:r>
            <a:r>
              <a:rPr lang="en-US" b="1" dirty="0"/>
              <a:t> tool chain </a:t>
            </a:r>
            <a:r>
              <a:rPr lang="en-US" b="1" dirty="0" err="1"/>
              <a:t>riêng</a:t>
            </a:r>
            <a:r>
              <a:rPr lang="en-US" dirty="0"/>
              <a:t>.</a:t>
            </a:r>
          </a:p>
          <a:p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command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.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set </a:t>
            </a:r>
            <a:r>
              <a:rPr lang="en-US" dirty="0" err="1"/>
              <a:t>và</a:t>
            </a:r>
            <a:r>
              <a:rPr lang="en-US" dirty="0"/>
              <a:t> get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90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Boot loader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bật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.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load </a:t>
            </a:r>
            <a:r>
              <a:rPr lang="en-US" dirty="0" err="1"/>
              <a:t>linux</a:t>
            </a:r>
            <a:r>
              <a:rPr lang="en-US" dirty="0"/>
              <a:t> kernel </a:t>
            </a:r>
            <a:r>
              <a:rPr lang="en-US" dirty="0" err="1"/>
              <a:t>lên</a:t>
            </a:r>
            <a:r>
              <a:rPr lang="en-US" dirty="0"/>
              <a:t>.</a:t>
            </a:r>
          </a:p>
          <a:p>
            <a:r>
              <a:rPr lang="en-US" dirty="0"/>
              <a:t>Boot loader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uboot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arm </a:t>
            </a:r>
            <a:r>
              <a:rPr lang="en-US" dirty="0" err="1"/>
              <a:t>và</a:t>
            </a:r>
            <a:r>
              <a:rPr lang="en-US" dirty="0"/>
              <a:t> grub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intel</a:t>
            </a:r>
            <a:r>
              <a:rPr lang="en-US" dirty="0"/>
              <a:t>.</a:t>
            </a:r>
          </a:p>
          <a:p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boot loader </a:t>
            </a:r>
            <a:r>
              <a:rPr lang="en-US" dirty="0" err="1"/>
              <a:t>là</a:t>
            </a:r>
            <a:r>
              <a:rPr lang="en-US" dirty="0"/>
              <a:t> code vi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.</a:t>
            </a:r>
          </a:p>
          <a:p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hãng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porting </a:t>
            </a:r>
            <a:r>
              <a:rPr lang="en-US" dirty="0" err="1"/>
              <a:t>uboot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board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source code </a:t>
            </a:r>
            <a:r>
              <a:rPr lang="en-US" dirty="0" err="1"/>
              <a:t>uboot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main line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31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5E772E-DDD6-F84E-455D-6E23CAFB6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 uboot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AAF9B4-13E1-DEA0-7FA0-800BA81F7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make ARCH=arm CROSS_COMPILE=${CC} </a:t>
            </a:r>
            <a:r>
              <a:rPr lang="en-US" b="1" dirty="0" err="1"/>
              <a:t>distclean</a:t>
            </a:r>
            <a:endParaRPr lang="en-US" b="1" dirty="0"/>
          </a:p>
          <a:p>
            <a:pPr lvl="1"/>
            <a:r>
              <a:rPr lang="en-US" dirty="0" err="1"/>
              <a:t>Dùng</a:t>
            </a:r>
            <a:r>
              <a:rPr lang="en-US" dirty="0"/>
              <a:t> make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dọn</a:t>
            </a:r>
            <a:r>
              <a:rPr lang="en-US" dirty="0"/>
              <a:t> </a:t>
            </a:r>
            <a:r>
              <a:rPr lang="en-US" dirty="0" err="1"/>
              <a:t>dẹp</a:t>
            </a:r>
            <a:r>
              <a:rPr lang="en-US" dirty="0"/>
              <a:t> file </a:t>
            </a:r>
            <a:r>
              <a:rPr lang="en-US" dirty="0" err="1"/>
              <a:t>rác</a:t>
            </a:r>
            <a:endParaRPr lang="en-US" dirty="0"/>
          </a:p>
          <a:p>
            <a:r>
              <a:rPr lang="en-US" b="1" dirty="0"/>
              <a:t>make ARCH=arm CROSS_COMPILE=${CC} am335x_evm_defconfig</a:t>
            </a:r>
          </a:p>
          <a:p>
            <a:pPr lvl="1"/>
            <a:r>
              <a:rPr lang="en-US" dirty="0" err="1"/>
              <a:t>Uboot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config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 </a:t>
            </a:r>
            <a:r>
              <a:rPr lang="en-US" dirty="0" err="1"/>
              <a:t>Mỗi</a:t>
            </a:r>
            <a:r>
              <a:rPr lang="en-US" dirty="0"/>
              <a:t> board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1 file </a:t>
            </a:r>
            <a:r>
              <a:rPr lang="en-US" dirty="0" err="1"/>
              <a:t>config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do </a:t>
            </a:r>
            <a:r>
              <a:rPr lang="en-US" dirty="0" err="1"/>
              <a:t>hãng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,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.</a:t>
            </a:r>
          </a:p>
          <a:p>
            <a:r>
              <a:rPr lang="en-US" b="1" dirty="0"/>
              <a:t>make ARCH=arm CROSS_COMPILE=${CC}</a:t>
            </a:r>
          </a:p>
          <a:p>
            <a:pPr lvl="1"/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build code.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file </a:t>
            </a:r>
            <a:r>
              <a:rPr lang="en-US" dirty="0" err="1"/>
              <a:t>uboot.img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1D1136B-8EBD-B11F-8882-BF64862A6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5A270CF-6A6F-6764-DBBE-5EAE33F3E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77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85F121-71FE-0505-AB28-38058F61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 Linux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43B7E3-3DC8-78D1-2624-42B388D50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Linux kernel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build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make. </a:t>
            </a:r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hãng</a:t>
            </a:r>
            <a:r>
              <a:rPr lang="en-US" dirty="0"/>
              <a:t> </a:t>
            </a:r>
            <a:r>
              <a:rPr lang="en-US" dirty="0" err="1"/>
              <a:t>digikey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script </a:t>
            </a:r>
            <a:r>
              <a:rPr lang="en-US" b="1" dirty="0"/>
              <a:t>build_kernel.sh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1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.</a:t>
            </a:r>
          </a:p>
          <a:p>
            <a:r>
              <a:rPr lang="en-US" dirty="0" err="1"/>
              <a:t>Lưu</a:t>
            </a:r>
            <a:r>
              <a:rPr lang="en-US" dirty="0"/>
              <a:t> ý </a:t>
            </a:r>
            <a:r>
              <a:rPr lang="en-US" dirty="0" err="1"/>
              <a:t>là</a:t>
            </a:r>
            <a:r>
              <a:rPr lang="en-US" dirty="0"/>
              <a:t> script </a:t>
            </a:r>
            <a:r>
              <a:rPr lang="en-US" b="1" dirty="0"/>
              <a:t>build_kernel.sh </a:t>
            </a:r>
            <a:r>
              <a:rPr lang="en-US" dirty="0" err="1"/>
              <a:t>sẽ</a:t>
            </a:r>
            <a:r>
              <a:rPr lang="en-US" dirty="0"/>
              <a:t> roll back </a:t>
            </a:r>
            <a:r>
              <a:rPr lang="en-US" dirty="0" err="1"/>
              <a:t>lại</a:t>
            </a:r>
            <a:r>
              <a:rPr lang="en-US" dirty="0"/>
              <a:t> source code. Do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source code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b="1" dirty="0"/>
              <a:t>./tool/rebuild.sh </a:t>
            </a:r>
            <a:r>
              <a:rPr lang="en-US" dirty="0" err="1"/>
              <a:t>để</a:t>
            </a:r>
            <a:r>
              <a:rPr lang="en-US" dirty="0"/>
              <a:t> build.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070D657-797C-350D-42A7-3C5E18326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E4E3D95-032E-95C2-85E3-D0B00C6A7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3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28D385-3CB9-080D-898B-7D188CB49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Root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6F8AB4-4F24-06B4-B0B3-941AD1876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Boot loader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/>
              <a:t>Linux kernel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ở </a:t>
            </a:r>
            <a:r>
              <a:rPr lang="en-US" dirty="0" err="1"/>
              <a:t>tầng</a:t>
            </a:r>
            <a:r>
              <a:rPr lang="en-US" dirty="0"/>
              <a:t> </a:t>
            </a:r>
            <a:r>
              <a:rPr lang="en-US" b="1" dirty="0"/>
              <a:t>kernel-space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hardware.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b="1" dirty="0" err="1"/>
              <a:t>như</a:t>
            </a:r>
            <a:r>
              <a:rPr lang="en-US" b="1" dirty="0"/>
              <a:t> command line, web server</a:t>
            </a:r>
            <a:r>
              <a:rPr lang="en-US" dirty="0"/>
              <a:t>…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1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application ở </a:t>
            </a:r>
            <a:r>
              <a:rPr lang="en-US" dirty="0" err="1"/>
              <a:t>tầng</a:t>
            </a:r>
            <a:r>
              <a:rPr lang="en-US" dirty="0"/>
              <a:t> </a:t>
            </a:r>
            <a:r>
              <a:rPr lang="en-US" b="1" dirty="0"/>
              <a:t>user-space</a:t>
            </a:r>
            <a:r>
              <a:rPr lang="en-US" dirty="0"/>
              <a:t>.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b="1" dirty="0"/>
              <a:t>file binary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b="1" dirty="0"/>
              <a:t>application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root file system</a:t>
            </a:r>
            <a:r>
              <a:rPr lang="en-US" dirty="0"/>
              <a:t>.</a:t>
            </a:r>
          </a:p>
          <a:p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b="1" dirty="0"/>
              <a:t>root file system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build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b="1" dirty="0"/>
              <a:t>source code</a:t>
            </a:r>
            <a:r>
              <a:rPr lang="en-US" dirty="0"/>
              <a:t>. </a:t>
            </a:r>
            <a:r>
              <a:rPr lang="en-US" dirty="0" err="1"/>
              <a:t>Chúng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code C/C++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 Do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source code </a:t>
            </a:r>
            <a:r>
              <a:rPr lang="en-US" dirty="0" err="1"/>
              <a:t>và</a:t>
            </a:r>
            <a:r>
              <a:rPr lang="en-US" dirty="0"/>
              <a:t> output binary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ta </a:t>
            </a:r>
            <a:r>
              <a:rPr lang="en-US" dirty="0" err="1"/>
              <a:t>không</a:t>
            </a:r>
            <a:r>
              <a:rPr lang="en-US" dirty="0"/>
              <a:t> build </a:t>
            </a:r>
            <a:r>
              <a:rPr lang="en-US" dirty="0" err="1"/>
              <a:t>tay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app </a:t>
            </a:r>
            <a:r>
              <a:rPr lang="en-US" dirty="0" err="1"/>
              <a:t>một</a:t>
            </a:r>
            <a:r>
              <a:rPr lang="en-US" dirty="0"/>
              <a:t>.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tool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build root file system.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ta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built-root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Yocto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4A319BD-77AD-702F-7DEE-8F60B0672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693924C-28B9-401E-2977-1D19FC66A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36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BA8507-3106-358C-93D6-25719B3BE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Format thẻ nhớ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73DFD8E-8457-9EE1-AE8E-D55F46640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Thẻ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boot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boot loader ở </a:t>
            </a:r>
            <a:r>
              <a:rPr lang="en-US" dirty="0" err="1"/>
              <a:t>đâu</a:t>
            </a:r>
            <a:r>
              <a:rPr lang="en-US" dirty="0"/>
              <a:t>.</a:t>
            </a:r>
          </a:p>
          <a:p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đằng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partition </a:t>
            </a:r>
            <a:r>
              <a:rPr lang="en-US" dirty="0" err="1"/>
              <a:t>chứa</a:t>
            </a:r>
            <a:r>
              <a:rPr lang="en-US" dirty="0"/>
              <a:t> kernel image </a:t>
            </a:r>
            <a:r>
              <a:rPr lang="en-US" dirty="0" err="1"/>
              <a:t>và</a:t>
            </a:r>
            <a:r>
              <a:rPr lang="en-US" dirty="0"/>
              <a:t> root file system.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FC8C504-F089-1419-113A-FA7C97C2F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1BF4AD5-EFE7-D651-9F63-96D9C87CD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26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Flash image </a:t>
            </a:r>
            <a:r>
              <a:rPr lang="en-US" sz="2800" dirty="0" err="1"/>
              <a:t>cho</a:t>
            </a:r>
            <a:r>
              <a:rPr lang="en-US" sz="2800" dirty="0"/>
              <a:t> Beagle Bone Black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flash image </a:t>
            </a:r>
            <a:r>
              <a:rPr lang="en-US" dirty="0" err="1"/>
              <a:t>cho</a:t>
            </a:r>
            <a:r>
              <a:rPr lang="en-US" dirty="0"/>
              <a:t> board BBB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Rasperry</a:t>
            </a:r>
            <a:r>
              <a:rPr lang="en-US" dirty="0"/>
              <a:t> Pi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Udoo</a:t>
            </a:r>
            <a:r>
              <a:rPr lang="en-US" dirty="0"/>
              <a:t>. </a:t>
            </a:r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board BBB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ta can </a:t>
            </a:r>
            <a:r>
              <a:rPr lang="en-US" dirty="0" err="1"/>
              <a:t>thiệp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hardware, driver </a:t>
            </a:r>
            <a:r>
              <a:rPr lang="en-US" dirty="0" err="1"/>
              <a:t>và</a:t>
            </a:r>
            <a:r>
              <a:rPr lang="en-US" dirty="0"/>
              <a:t> kernel </a:t>
            </a:r>
            <a:r>
              <a:rPr lang="en-US" dirty="0" err="1"/>
              <a:t>hơn</a:t>
            </a:r>
            <a:r>
              <a:rPr lang="en-US" dirty="0"/>
              <a:t> board Pi. Do </a:t>
            </a:r>
            <a:r>
              <a:rPr lang="en-US" dirty="0" err="1"/>
              <a:t>vậy</a:t>
            </a:r>
            <a:r>
              <a:rPr lang="en-US" dirty="0"/>
              <a:t> board BBB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embedded Linux.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89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Kiểm</a:t>
            </a:r>
            <a:r>
              <a:rPr lang="en-US" sz="2800" dirty="0"/>
              <a:t> </a:t>
            </a:r>
            <a:r>
              <a:rPr lang="en-US" sz="2800" dirty="0" err="1"/>
              <a:t>tra</a:t>
            </a:r>
            <a:r>
              <a:rPr lang="en-US" sz="2800" dirty="0"/>
              <a:t> </a:t>
            </a:r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Cắm</a:t>
            </a:r>
            <a:r>
              <a:rPr lang="en-US" dirty="0"/>
              <a:t> </a:t>
            </a:r>
            <a:r>
              <a:rPr lang="en-US" dirty="0" err="1"/>
              <a:t>thẻ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, connect board </a:t>
            </a:r>
            <a:r>
              <a:rPr lang="en-US" dirty="0" err="1"/>
              <a:t>với</a:t>
            </a:r>
            <a:r>
              <a:rPr lang="en-US" dirty="0"/>
              <a:t> PC qua CP210x.</a:t>
            </a:r>
          </a:p>
          <a:p>
            <a:r>
              <a:rPr lang="en-US" dirty="0" err="1"/>
              <a:t>Nhấn</a:t>
            </a:r>
            <a:r>
              <a:rPr lang="en-US" dirty="0"/>
              <a:t>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S2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cắm</a:t>
            </a:r>
            <a:r>
              <a:rPr lang="en-US" dirty="0"/>
              <a:t> </a:t>
            </a:r>
            <a:r>
              <a:rPr lang="en-US" dirty="0" err="1"/>
              <a:t>cáp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boot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sdcard</a:t>
            </a:r>
            <a:r>
              <a:rPr lang="en-US" dirty="0"/>
              <a:t>.</a:t>
            </a:r>
          </a:p>
          <a:p>
            <a:r>
              <a:rPr lang="en-US" dirty="0"/>
              <a:t>Setup </a:t>
            </a:r>
            <a:r>
              <a:rPr lang="en-US" dirty="0" err="1"/>
              <a:t>MobaXterm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connect </a:t>
            </a:r>
            <a:r>
              <a:rPr lang="en-US" dirty="0" err="1"/>
              <a:t>với</a:t>
            </a:r>
            <a:r>
              <a:rPr lang="en-US" dirty="0"/>
              <a:t> board qua serial.</a:t>
            </a:r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1 </a:t>
            </a:r>
            <a:r>
              <a:rPr lang="en-US" dirty="0" err="1"/>
              <a:t>đoạn</a:t>
            </a:r>
            <a:r>
              <a:rPr lang="en-US" dirty="0"/>
              <a:t> log </a:t>
            </a:r>
            <a:r>
              <a:rPr lang="en-US" dirty="0" err="1"/>
              <a:t>trong</a:t>
            </a:r>
            <a:r>
              <a:rPr lang="en-US" dirty="0"/>
              <a:t> kernel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33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A85344-FC0A-4636-A729-200BDEA9B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compile for Beagle Bone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E44FBE-FEC2-4E64-97D8-E4D61D327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1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board BBB.</a:t>
            </a:r>
          </a:p>
          <a:p>
            <a:r>
              <a:rPr lang="en-US" dirty="0"/>
              <a:t>Build 1 kernel module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board BBB.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9C3B60C-8655-4623-9CBF-D956027C2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53C7BA9-A742-4FDF-8A07-F42F0B365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14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1960" y="2082799"/>
            <a:ext cx="5115560" cy="678021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  <a:cs typeface="Arial"/>
              </a:rPr>
              <a:t>Thank you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52562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_Internal_Cours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Template_Internal_Course</Template>
  <TotalTime>1039</TotalTime>
  <Words>1081</Words>
  <Application>Microsoft Office PowerPoint</Application>
  <PresentationFormat>On-screen Show (16:9)</PresentationFormat>
  <Paragraphs>114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Template_Internal_Course</vt:lpstr>
      <vt:lpstr>Build image cho board Beagle Bone Black</vt:lpstr>
      <vt:lpstr>Agenda</vt:lpstr>
      <vt:lpstr>Chuẩn bị hardware</vt:lpstr>
      <vt:lpstr>Chuẩn bị hardware</vt:lpstr>
      <vt:lpstr>Cài đặt Ubuntu virtual machine</vt:lpstr>
      <vt:lpstr>Build image cho Beagle Bone Black</vt:lpstr>
      <vt:lpstr>Tải và cài đặt tool chain</vt:lpstr>
      <vt:lpstr>Boot loader</vt:lpstr>
      <vt:lpstr>Build uboot</vt:lpstr>
      <vt:lpstr>Build Linux kernel</vt:lpstr>
      <vt:lpstr>Root file system</vt:lpstr>
      <vt:lpstr>Format thẻ nhớ</vt:lpstr>
      <vt:lpstr>Flash image cho Beagle Bone Black</vt:lpstr>
      <vt:lpstr>Kiểm tra kết quả</vt:lpstr>
      <vt:lpstr>Cross compile for Beagle Bone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 Tuan Linh (FHO.FWA)</dc:creator>
  <cp:lastModifiedBy>Microsoft account</cp:lastModifiedBy>
  <cp:revision>136</cp:revision>
  <dcterms:created xsi:type="dcterms:W3CDTF">2015-08-31T01:44:46Z</dcterms:created>
  <dcterms:modified xsi:type="dcterms:W3CDTF">2025-11-02T09:40:55Z</dcterms:modified>
</cp:coreProperties>
</file>