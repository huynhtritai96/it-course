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96" y="3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HĐH Linux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Author: </a:t>
            </a:r>
            <a:r>
              <a:rPr lang="en-US" dirty="0" err="1"/>
              <a:t>Phu</a:t>
            </a:r>
            <a:r>
              <a:rPr lang="en-US" dirty="0"/>
              <a:t> </a:t>
            </a:r>
            <a:r>
              <a:rPr lang="en-US" dirty="0" err="1"/>
              <a:t>Luu</a:t>
            </a:r>
            <a:r>
              <a:rPr lang="en-US"/>
              <a:t> An</a:t>
            </a:r>
          </a:p>
        </p:txBody>
      </p:sp>
    </p:spTree>
    <p:extLst>
      <p:ext uri="{BB962C8B-B14F-4D97-AF65-F5344CB8AC3E}">
        <p14:creationId xmlns:p14="http://schemas.microsoft.com/office/powerpoint/2010/main" val="462074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+mj-lt"/>
              </a:rPr>
              <a:t>Một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số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khái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niệm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cơ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bản</a:t>
            </a:r>
            <a:endParaRPr lang="en-US" dirty="0">
              <a:latin typeface="+mj-lt"/>
            </a:endParaRPr>
          </a:p>
          <a:p>
            <a:r>
              <a:rPr lang="en-US" dirty="0" err="1">
                <a:latin typeface="+mj-lt"/>
              </a:rPr>
              <a:t>Một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số</a:t>
            </a:r>
            <a:r>
              <a:rPr lang="en-US" dirty="0">
                <a:latin typeface="+mj-lt"/>
              </a:rPr>
              <a:t> command hay </a:t>
            </a:r>
            <a:r>
              <a:rPr lang="en-US" dirty="0" err="1">
                <a:latin typeface="+mj-lt"/>
              </a:rPr>
              <a:t>sử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dụng</a:t>
            </a:r>
            <a:endParaRPr lang="en-US" dirty="0">
              <a:latin typeface="+mj-lt"/>
            </a:endParaRPr>
          </a:p>
          <a:p>
            <a:r>
              <a:rPr lang="en-US" dirty="0" err="1">
                <a:latin typeface="+mj-lt"/>
              </a:rPr>
              <a:t>Cách</a:t>
            </a:r>
            <a:r>
              <a:rPr lang="en-US" dirty="0">
                <a:latin typeface="+mj-lt"/>
              </a:rPr>
              <a:t> set/get </a:t>
            </a:r>
            <a:r>
              <a:rPr lang="en-US" dirty="0" err="1">
                <a:latin typeface="+mj-lt"/>
              </a:rPr>
              <a:t>thông</a:t>
            </a:r>
            <a:r>
              <a:rPr lang="en-US" dirty="0">
                <a:latin typeface="+mj-lt"/>
              </a:rPr>
              <a:t> tin </a:t>
            </a:r>
            <a:r>
              <a:rPr lang="en-US" dirty="0" err="1">
                <a:latin typeface="+mj-lt"/>
              </a:rPr>
              <a:t>trong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hệ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điều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hành</a:t>
            </a:r>
            <a:r>
              <a:rPr lang="en-US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3650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7737DCEF-C950-43C3-AC45-F4E51706C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1B3EBEC-537F-49D2-B147-708DE7AD4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39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7F9FDDC-9576-4B01-9090-DBECB036E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E2E5C3-0495-4731-993E-4B199F082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Process</a:t>
            </a:r>
          </a:p>
          <a:p>
            <a:pPr lvl="1"/>
            <a:r>
              <a:rPr lang="en-US" dirty="0" err="1"/>
              <a:t>Là</a:t>
            </a:r>
            <a:r>
              <a:rPr lang="en-US" dirty="0"/>
              <a:t> instance </a:t>
            </a:r>
            <a:r>
              <a:rPr lang="en-US" dirty="0" err="1"/>
              <a:t>của</a:t>
            </a:r>
            <a:r>
              <a:rPr lang="en-US" dirty="0"/>
              <a:t> file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Force ground process</a:t>
            </a:r>
          </a:p>
          <a:p>
            <a:pPr lvl="2"/>
            <a:r>
              <a:rPr lang="en-US" b="1" dirty="0"/>
              <a:t>Process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b="1" dirty="0" err="1"/>
              <a:t>tương</a:t>
            </a:r>
            <a:r>
              <a:rPr lang="en-US" b="1" dirty="0"/>
              <a:t> </a:t>
            </a:r>
            <a:r>
              <a:rPr lang="en-US" b="1" dirty="0" err="1"/>
              <a:t>tác</a:t>
            </a:r>
            <a:r>
              <a:rPr lang="en-US" b="1" dirty="0"/>
              <a:t> </a:t>
            </a:r>
            <a:r>
              <a:rPr lang="en-US" b="1" dirty="0" err="1"/>
              <a:t>với</a:t>
            </a:r>
            <a:r>
              <a:rPr lang="en-US" b="1" dirty="0"/>
              <a:t> </a:t>
            </a:r>
            <a:r>
              <a:rPr lang="en-US" b="1" dirty="0" err="1"/>
              <a:t>người</a:t>
            </a:r>
            <a:r>
              <a:rPr lang="en-US" b="1" dirty="0"/>
              <a:t> </a:t>
            </a:r>
            <a:r>
              <a:rPr lang="en-US" b="1" dirty="0" err="1"/>
              <a:t>dùng</a:t>
            </a:r>
            <a:r>
              <a:rPr lang="en-US" dirty="0"/>
              <a:t>,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chiếm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b="1" dirty="0"/>
              <a:t>stdin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stdout</a:t>
            </a:r>
            <a:r>
              <a:rPr lang="en-US" b="1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dung.</a:t>
            </a:r>
          </a:p>
          <a:p>
            <a:pPr lvl="1"/>
            <a:r>
              <a:rPr lang="en-US" b="1" dirty="0"/>
              <a:t>Background process</a:t>
            </a:r>
          </a:p>
          <a:p>
            <a:pPr lvl="2"/>
            <a:r>
              <a:rPr lang="en-US" dirty="0"/>
              <a:t>Process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user,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stdin.</a:t>
            </a:r>
          </a:p>
          <a:p>
            <a:pPr lvl="1"/>
            <a:r>
              <a:rPr lang="en-US" b="1" dirty="0"/>
              <a:t>Daemon process</a:t>
            </a:r>
          </a:p>
          <a:p>
            <a:pPr lvl="2"/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background process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ở </a:t>
            </a:r>
            <a:r>
              <a:rPr lang="en-US" b="1" dirty="0"/>
              <a:t>session </a:t>
            </a:r>
            <a:r>
              <a:rPr lang="en-US" b="1" dirty="0" err="1"/>
              <a:t>riêng</a:t>
            </a:r>
            <a:r>
              <a:rPr lang="en-US" dirty="0"/>
              <a:t>, do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bị</a:t>
            </a:r>
            <a:r>
              <a:rPr lang="en-US" b="1" dirty="0"/>
              <a:t> exit </a:t>
            </a:r>
            <a:r>
              <a:rPr lang="en-US" b="1" dirty="0" err="1"/>
              <a:t>khi</a:t>
            </a:r>
            <a:r>
              <a:rPr lang="en-US" b="1" dirty="0"/>
              <a:t> user log out </a:t>
            </a:r>
            <a:r>
              <a:rPr lang="en-US" b="1" dirty="0" err="1"/>
              <a:t>khỏi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r>
              <a:rPr lang="en-US" b="1" dirty="0"/>
              <a:t>.</a:t>
            </a:r>
          </a:p>
          <a:p>
            <a:pPr lvl="1"/>
            <a:r>
              <a:rPr lang="en-US" b="1" dirty="0"/>
              <a:t>Service</a:t>
            </a:r>
          </a:p>
          <a:p>
            <a:pPr lvl="2"/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daemon process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b="1" dirty="0" err="1"/>
              <a:t>được</a:t>
            </a:r>
            <a:r>
              <a:rPr lang="en-US" b="1" dirty="0"/>
              <a:t> start/stop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 err="1"/>
              <a:t>quản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bởi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hành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1624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48D6DE-3307-4622-807E-3C11E077D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0D1BCE-47B4-41E4-B060-0B75C4201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Linux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chặt</a:t>
            </a:r>
            <a:r>
              <a:rPr lang="en-US" dirty="0"/>
              <a:t> </a:t>
            </a:r>
            <a:r>
              <a:rPr lang="en-US" dirty="0" err="1"/>
              <a:t>chẽ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folder.</a:t>
            </a:r>
          </a:p>
          <a:p>
            <a:pPr lvl="1"/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“/”: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,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đương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Mycomputer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Windows.</a:t>
            </a:r>
          </a:p>
          <a:p>
            <a:pPr lvl="1"/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“/bin”: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file binary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program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“/log”: </a:t>
            </a:r>
            <a:r>
              <a:rPr lang="en-US" dirty="0" err="1"/>
              <a:t>Chứa</a:t>
            </a:r>
            <a:r>
              <a:rPr lang="en-US" dirty="0"/>
              <a:t> log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, log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zip </a:t>
            </a:r>
            <a:r>
              <a:rPr lang="en-US" dirty="0" err="1"/>
              <a:t>lại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“/proc”: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process,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.</a:t>
            </a:r>
          </a:p>
          <a:p>
            <a:pPr lvl="1"/>
            <a:r>
              <a:rPr lang="en-US" b="1" dirty="0" err="1"/>
              <a:t>Thư</a:t>
            </a:r>
            <a:r>
              <a:rPr lang="en-US" b="1" dirty="0"/>
              <a:t> </a:t>
            </a:r>
            <a:r>
              <a:rPr lang="en-US" b="1" dirty="0" err="1"/>
              <a:t>mục</a:t>
            </a:r>
            <a:r>
              <a:rPr lang="en-US" b="1" dirty="0"/>
              <a:t> “/sys”: </a:t>
            </a:r>
            <a:r>
              <a:rPr lang="en-US" b="1" dirty="0" err="1"/>
              <a:t>Chứa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 </a:t>
            </a:r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r>
              <a:rPr lang="en-US" b="1" dirty="0"/>
              <a:t>, driver…</a:t>
            </a:r>
          </a:p>
        </p:txBody>
      </p:sp>
    </p:spTree>
    <p:extLst>
      <p:ext uri="{BB962C8B-B14F-4D97-AF65-F5344CB8AC3E}">
        <p14:creationId xmlns:p14="http://schemas.microsoft.com/office/powerpoint/2010/main" val="1884518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1C1D3D-C081-4E5C-A3B4-96C822633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User-space </a:t>
            </a:r>
            <a:r>
              <a:rPr lang="en-US" dirty="0" err="1"/>
              <a:t>và</a:t>
            </a:r>
            <a:r>
              <a:rPr lang="en-US" dirty="0"/>
              <a:t> kernel-space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B4DD081-F39B-410B-8167-671131E01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Kernel-space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.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process</a:t>
            </a:r>
            <a:r>
              <a:rPr lang="en-US" dirty="0"/>
              <a:t> </a:t>
            </a:r>
            <a:r>
              <a:rPr lang="en-US" dirty="0" err="1"/>
              <a:t>t</a:t>
            </a:r>
            <a:r>
              <a:rPr lang="en-US" b="1" dirty="0" err="1"/>
              <a:t>rung</a:t>
            </a:r>
            <a:r>
              <a:rPr lang="en-US" b="1" dirty="0"/>
              <a:t> </a:t>
            </a:r>
            <a:r>
              <a:rPr lang="en-US" b="1" dirty="0" err="1"/>
              <a:t>tâm</a:t>
            </a:r>
            <a:r>
              <a:rPr lang="en-US" b="1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 err="1"/>
              <a:t>quản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b="1" dirty="0" err="1"/>
              <a:t>các</a:t>
            </a:r>
            <a:r>
              <a:rPr lang="en-US" b="1" dirty="0"/>
              <a:t> process </a:t>
            </a:r>
            <a:r>
              <a:rPr lang="en-US" b="1" dirty="0" err="1"/>
              <a:t>khác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Kernel</a:t>
            </a:r>
            <a:r>
              <a:rPr lang="en-US" dirty="0"/>
              <a:t>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quyền</a:t>
            </a:r>
            <a:r>
              <a:rPr lang="en-US" b="1" dirty="0"/>
              <a:t> root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b="1" dirty="0"/>
              <a:t>driver</a:t>
            </a:r>
            <a:r>
              <a:rPr lang="en-US" dirty="0"/>
              <a:t>, </a:t>
            </a:r>
            <a:r>
              <a:rPr lang="en-US" b="1" dirty="0"/>
              <a:t>kernel module </a:t>
            </a:r>
            <a:r>
              <a:rPr lang="en-US" b="1" dirty="0" err="1"/>
              <a:t>khi</a:t>
            </a:r>
            <a:r>
              <a:rPr lang="en-US" b="1" dirty="0"/>
              <a:t> </a:t>
            </a:r>
            <a:r>
              <a:rPr lang="en-US" b="1" dirty="0" err="1"/>
              <a:t>chạy</a:t>
            </a:r>
            <a:r>
              <a:rPr lang="en-US" b="1" dirty="0"/>
              <a:t> </a:t>
            </a:r>
            <a:r>
              <a:rPr lang="en-US" b="1" dirty="0" err="1"/>
              <a:t>sẽ</a:t>
            </a:r>
            <a:r>
              <a:rPr lang="en-US" b="1" dirty="0"/>
              <a:t> </a:t>
            </a:r>
            <a:r>
              <a:rPr lang="en-US" b="1" dirty="0" err="1"/>
              <a:t>được</a:t>
            </a:r>
            <a:r>
              <a:rPr lang="en-US" b="1" dirty="0"/>
              <a:t> </a:t>
            </a:r>
            <a:r>
              <a:rPr lang="en-US" b="1" dirty="0" err="1"/>
              <a:t>nạp</a:t>
            </a:r>
            <a:r>
              <a:rPr lang="en-US" b="1" dirty="0"/>
              <a:t> </a:t>
            </a:r>
            <a:r>
              <a:rPr lang="en-US" b="1" dirty="0" err="1"/>
              <a:t>vào</a:t>
            </a:r>
            <a:r>
              <a:rPr lang="en-US" b="1" dirty="0"/>
              <a:t> kernel.</a:t>
            </a:r>
          </a:p>
          <a:p>
            <a:r>
              <a:rPr lang="en-US" dirty="0"/>
              <a:t>User-space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vỏ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.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nơi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user.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08414D4-037F-4B09-BA41-6FA58062D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Linux kernel architecture">
            <a:extLst>
              <a:ext uri="{FF2B5EF4-FFF2-40B4-BE49-F238E27FC236}">
                <a16:creationId xmlns:a16="http://schemas.microsoft.com/office/drawing/2014/main" xmlns="" id="{E67EAEFB-9961-4835-90C7-64A83BD63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4" y="1823914"/>
            <a:ext cx="5867784" cy="4405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187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7737DCEF-C950-43C3-AC45-F4E51706C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command line hay </a:t>
            </a:r>
            <a:r>
              <a:rPr lang="en-US" dirty="0" err="1"/>
              <a:t>dùng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1B3EBEC-537F-49D2-B147-708DE7AD4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27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AA104199-F875-4965-A536-9B4A82CDB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command 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B1E0E15A-FBB0-472F-84A7-2A4A30CA0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Window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UI </a:t>
            </a:r>
            <a:r>
              <a:rPr lang="en-US" dirty="0" err="1"/>
              <a:t>gắn</a:t>
            </a:r>
            <a:r>
              <a:rPr lang="en-US" dirty="0"/>
              <a:t> </a:t>
            </a:r>
            <a:r>
              <a:rPr lang="en-US" dirty="0" err="1"/>
              <a:t>chặt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kernel. Linux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UI </a:t>
            </a:r>
            <a:r>
              <a:rPr lang="en-US" dirty="0" err="1"/>
              <a:t>rời</a:t>
            </a:r>
            <a:r>
              <a:rPr lang="en-US" dirty="0"/>
              <a:t> </a:t>
            </a:r>
            <a:r>
              <a:rPr lang="en-US" dirty="0" err="1"/>
              <a:t>rạc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kernel. </a:t>
            </a:r>
            <a:r>
              <a:rPr lang="en-US" dirty="0" err="1"/>
              <a:t>Trong</a:t>
            </a:r>
            <a:r>
              <a:rPr lang="en-US" dirty="0"/>
              <a:t> Linux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UI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kernel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Client-Server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ssh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button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, </a:t>
            </a:r>
            <a:r>
              <a:rPr lang="en-US" dirty="0" err="1"/>
              <a:t>khó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hay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treo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trễ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qua UI.</a:t>
            </a:r>
          </a:p>
          <a:p>
            <a:pPr lvl="1"/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1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qua UI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1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ra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UI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chậm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command line (</a:t>
            </a:r>
            <a:r>
              <a:rPr lang="en-US" dirty="0" err="1"/>
              <a:t>xóa</a:t>
            </a:r>
            <a:r>
              <a:rPr lang="en-US" dirty="0"/>
              <a:t> file </a:t>
            </a:r>
            <a:r>
              <a:rPr lang="en-US" dirty="0" err="1"/>
              <a:t>bằng</a:t>
            </a:r>
            <a:r>
              <a:rPr lang="en-US" dirty="0"/>
              <a:t> command line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UI).</a:t>
            </a:r>
          </a:p>
          <a:p>
            <a:r>
              <a:rPr lang="en-US" dirty="0"/>
              <a:t>Linux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UI.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UI </a:t>
            </a:r>
            <a:r>
              <a:rPr lang="en-US" dirty="0" err="1"/>
              <a:t>sẽ</a:t>
            </a:r>
            <a:r>
              <a:rPr lang="en-US" dirty="0"/>
              <a:t> “</a:t>
            </a:r>
            <a:r>
              <a:rPr lang="en-US" dirty="0" err="1"/>
              <a:t>mệt</a:t>
            </a:r>
            <a:r>
              <a:rPr lang="en-US" dirty="0"/>
              <a:t>”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command line.</a:t>
            </a:r>
          </a:p>
        </p:txBody>
      </p:sp>
    </p:spTree>
    <p:extLst>
      <p:ext uri="{BB962C8B-B14F-4D97-AF65-F5344CB8AC3E}">
        <p14:creationId xmlns:p14="http://schemas.microsoft.com/office/powerpoint/2010/main" val="3842258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73869A-C29B-4334-8D4B-B29646D98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command hay </a:t>
            </a:r>
            <a:r>
              <a:rPr lang="en-US" dirty="0" err="1"/>
              <a:t>dùng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54371E-5D59-4903-8099-E0B8C144D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commands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file</a:t>
            </a:r>
          </a:p>
          <a:p>
            <a:pPr lvl="1"/>
            <a:r>
              <a:rPr lang="en-US" dirty="0"/>
              <a:t>Cd, ls, cp, cat, echo, </a:t>
            </a:r>
            <a:r>
              <a:rPr lang="en-US" dirty="0" err="1"/>
              <a:t>chown</a:t>
            </a:r>
            <a:r>
              <a:rPr lang="en-US" dirty="0"/>
              <a:t>, </a:t>
            </a:r>
            <a:r>
              <a:rPr lang="en-US" dirty="0" err="1"/>
              <a:t>chmod</a:t>
            </a:r>
            <a:r>
              <a:rPr lang="en-US" dirty="0"/>
              <a:t>.</a:t>
            </a:r>
          </a:p>
          <a:p>
            <a:r>
              <a:rPr lang="en-US" dirty="0"/>
              <a:t>Copy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Linux</a:t>
            </a:r>
          </a:p>
          <a:p>
            <a:pPr lvl="1"/>
            <a:r>
              <a:rPr lang="en-US" dirty="0" err="1"/>
              <a:t>Scp</a:t>
            </a:r>
            <a:endParaRPr lang="en-US" dirty="0"/>
          </a:p>
          <a:p>
            <a:r>
              <a:rPr lang="en-US" dirty="0"/>
              <a:t>Remote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Linux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xa</a:t>
            </a:r>
            <a:endParaRPr lang="en-US" dirty="0"/>
          </a:p>
          <a:p>
            <a:pPr lvl="1"/>
            <a:r>
              <a:rPr lang="en-US" dirty="0" err="1"/>
              <a:t>Ssh</a:t>
            </a:r>
            <a:endParaRPr lang="en-US" dirty="0"/>
          </a:p>
          <a:p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, </a:t>
            </a:r>
            <a:r>
              <a:rPr lang="en-US" dirty="0" err="1"/>
              <a:t>gỡ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  <a:p>
            <a:pPr lvl="1"/>
            <a:r>
              <a:rPr lang="en-US" dirty="0"/>
              <a:t>Apt, yum.</a:t>
            </a:r>
          </a:p>
          <a:p>
            <a:r>
              <a:rPr lang="en-US" dirty="0"/>
              <a:t>Command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720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C791A03D-6EC0-432F-89F7-9BA52A383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+mj-lt"/>
              </a:rPr>
              <a:t>Cách</a:t>
            </a:r>
            <a:r>
              <a:rPr lang="en-US" dirty="0">
                <a:latin typeface="+mj-lt"/>
              </a:rPr>
              <a:t> set/get </a:t>
            </a:r>
            <a:r>
              <a:rPr lang="en-US" dirty="0" err="1">
                <a:latin typeface="+mj-lt"/>
              </a:rPr>
              <a:t>thông</a:t>
            </a:r>
            <a:r>
              <a:rPr lang="en-US" dirty="0">
                <a:latin typeface="+mj-lt"/>
              </a:rPr>
              <a:t> tin </a:t>
            </a:r>
            <a:r>
              <a:rPr lang="en-US" dirty="0" err="1">
                <a:latin typeface="+mj-lt"/>
              </a:rPr>
              <a:t>trong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hệ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điều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hành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FA6E436-7617-4DF9-9AF8-733B113D9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20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B9B5282E-47E9-4F08-96B1-5099A95F4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trong</a:t>
            </a:r>
            <a:r>
              <a:rPr lang="en-US" dirty="0"/>
              <a:t> folder /proc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0DA818DA-F79C-4D97-AACD-D9A9FA39C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endParaRPr lang="en-US" dirty="0"/>
          </a:p>
          <a:p>
            <a:pPr lvl="1"/>
            <a:r>
              <a:rPr lang="en-US" b="1" dirty="0"/>
              <a:t>/proc/</a:t>
            </a:r>
            <a:r>
              <a:rPr lang="en-US" b="1" dirty="0" err="1"/>
              <a:t>meminfo</a:t>
            </a:r>
            <a:endParaRPr lang="en-US" b="1" dirty="0"/>
          </a:p>
          <a:p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cpu</a:t>
            </a:r>
            <a:endParaRPr lang="en-US" dirty="0"/>
          </a:p>
          <a:p>
            <a:pPr lvl="1"/>
            <a:r>
              <a:rPr lang="en-US" b="1" dirty="0"/>
              <a:t>/proc/ </a:t>
            </a:r>
            <a:r>
              <a:rPr lang="en-US" b="1" dirty="0" err="1"/>
              <a:t>cpuinfo</a:t>
            </a:r>
            <a:r>
              <a:rPr lang="en-US" b="1" dirty="0"/>
              <a:t>, top.</a:t>
            </a:r>
          </a:p>
          <a:p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về</a:t>
            </a:r>
            <a:r>
              <a:rPr lang="en-US" dirty="0"/>
              <a:t> process</a:t>
            </a:r>
          </a:p>
          <a:p>
            <a:pPr lvl="1"/>
            <a:r>
              <a:rPr lang="en-US" b="1" dirty="0"/>
              <a:t>/proc/</a:t>
            </a:r>
            <a:r>
              <a:rPr lang="en-US" b="1" dirty="0" err="1"/>
              <a:t>pid</a:t>
            </a:r>
            <a:endParaRPr lang="en-US" b="1" dirty="0"/>
          </a:p>
          <a:p>
            <a:pPr lvl="2"/>
            <a:r>
              <a:rPr lang="en-US" dirty="0" err="1"/>
              <a:t>Cmdline</a:t>
            </a:r>
            <a:r>
              <a:rPr lang="en-US" dirty="0"/>
              <a:t>, exe, env, </a:t>
            </a:r>
            <a:r>
              <a:rPr lang="en-US" dirty="0" err="1"/>
              <a:t>uid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97236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6A6467-03D0-4212-AA5B-485BFA231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Thao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b="1" dirty="0"/>
              <a:t>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14B94E-3560-4FF5-B629-BB6EA4040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Agent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1 service.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service qua command line.</a:t>
            </a:r>
          </a:p>
          <a:p>
            <a:r>
              <a:rPr lang="en-US" dirty="0" err="1"/>
              <a:t>Systemctl</a:t>
            </a:r>
            <a:endParaRPr lang="en-US" dirty="0"/>
          </a:p>
          <a:p>
            <a:pPr lvl="1"/>
            <a:r>
              <a:rPr lang="en-US" b="1" dirty="0"/>
              <a:t>Start/stop</a:t>
            </a:r>
          </a:p>
          <a:p>
            <a:pPr lvl="1"/>
            <a:r>
              <a:rPr lang="en-US" b="1" dirty="0"/>
              <a:t>Restart</a:t>
            </a:r>
          </a:p>
          <a:p>
            <a:pPr lvl="1"/>
            <a:r>
              <a:rPr lang="en-US" b="1" dirty="0"/>
              <a:t>Status</a:t>
            </a:r>
          </a:p>
          <a:p>
            <a:pPr lvl="1"/>
            <a:r>
              <a:rPr lang="en-US" b="1" dirty="0"/>
              <a:t>List all service</a:t>
            </a:r>
          </a:p>
          <a:p>
            <a:pPr lvl="1"/>
            <a:r>
              <a:rPr lang="en-US" dirty="0"/>
              <a:t>https://man7.org/linux/man-pages/man1/systemctl.1.html</a:t>
            </a:r>
          </a:p>
        </p:txBody>
      </p:sp>
    </p:spTree>
    <p:extLst>
      <p:ext uri="{BB962C8B-B14F-4D97-AF65-F5344CB8AC3E}">
        <p14:creationId xmlns:p14="http://schemas.microsoft.com/office/powerpoint/2010/main" val="3481804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s là gì? Cách phân biệt thank và thanks trong tiếng anh">
            <a:extLst>
              <a:ext uri="{FF2B5EF4-FFF2-40B4-BE49-F238E27FC236}">
                <a16:creationId xmlns:a16="http://schemas.microsoft.com/office/drawing/2014/main" xmlns="" id="{A2CD11DD-2D6A-44EB-9571-5C50B265F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163" y="1128713"/>
            <a:ext cx="8067675" cy="460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35415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87</TotalTime>
  <Words>632</Words>
  <Application>Microsoft Office PowerPoint</Application>
  <PresentationFormat>Widescreen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Times New Roman</vt:lpstr>
      <vt:lpstr>Wingdings 3</vt:lpstr>
      <vt:lpstr>Wisp</vt:lpstr>
      <vt:lpstr>Tương tác với HĐH Linux</vt:lpstr>
      <vt:lpstr>Agenda</vt:lpstr>
      <vt:lpstr>Một số khái niệm cơ bản</vt:lpstr>
      <vt:lpstr>Process</vt:lpstr>
      <vt:lpstr>Hệ thống cây thư mục</vt:lpstr>
      <vt:lpstr>User-space và kernel-space</vt:lpstr>
      <vt:lpstr>Một số command line hay dùng</vt:lpstr>
      <vt:lpstr>Linux command line</vt:lpstr>
      <vt:lpstr>Một số command hay dùng</vt:lpstr>
      <vt:lpstr>Cách set/get thông tin trong hệ điều hành</vt:lpstr>
      <vt:lpstr>Các thông tin trong folder /proc</vt:lpstr>
      <vt:lpstr>Thao tác với service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Tương tác với HĐH Linux</dc:title>
  <dc:creator>phula1</dc:creator>
  <cp:lastModifiedBy>Microsoft account</cp:lastModifiedBy>
  <cp:revision>9</cp:revision>
  <dcterms:created xsi:type="dcterms:W3CDTF">2021-08-03T09:58:28Z</dcterms:created>
  <dcterms:modified xsi:type="dcterms:W3CDTF">2025-11-02T10:15:06Z</dcterms:modified>
</cp:coreProperties>
</file>