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9" r:id="rId3"/>
    <p:sldId id="260" r:id="rId4"/>
    <p:sldId id="261" r:id="rId5"/>
    <p:sldId id="271" r:id="rId6"/>
    <p:sldId id="272" r:id="rId7"/>
    <p:sldId id="278" r:id="rId8"/>
    <p:sldId id="279" r:id="rId9"/>
    <p:sldId id="280" r:id="rId10"/>
    <p:sldId id="281" r:id="rId11"/>
    <p:sldId id="282" r:id="rId12"/>
    <p:sldId id="274" r:id="rId13"/>
    <p:sldId id="276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75" r:id="rId24"/>
    <p:sldId id="277" r:id="rId25"/>
    <p:sldId id="258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1228" autoAdjust="0"/>
  </p:normalViewPr>
  <p:slideViewPr>
    <p:cSldViewPr snapToGrid="0" snapToObjects="1" showGuides="1">
      <p:cViewPr varScale="1">
        <p:scale>
          <a:sx n="123" d="100"/>
          <a:sy n="123" d="100"/>
        </p:scale>
        <p:origin x="125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084B5D-ACDD-4A55-9817-5C045223F47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26463B-E124-4187-B069-C88233BB81D8}">
      <dgm:prSet/>
      <dgm:spPr/>
      <dgm:t>
        <a:bodyPr/>
        <a:lstStyle/>
        <a:p>
          <a:pPr rtl="0"/>
          <a:r>
            <a:rPr lang="en-US" dirty="0" smtClean="0"/>
            <a:t>1. Create </a:t>
          </a:r>
          <a:r>
            <a:rPr lang="en-US" dirty="0"/>
            <a:t>file </a:t>
          </a:r>
          <a:r>
            <a:rPr lang="en-US" dirty="0" err="1"/>
            <a:t>fd</a:t>
          </a:r>
          <a:endParaRPr lang="en-US" dirty="0"/>
        </a:p>
      </dgm:t>
    </dgm:pt>
    <dgm:pt modelId="{AAC441CB-1A73-4F37-85BF-A6CED4D73108}" type="parTrans" cxnId="{680F98E0-4633-4BCE-9C64-C57943EAB248}">
      <dgm:prSet/>
      <dgm:spPr/>
      <dgm:t>
        <a:bodyPr/>
        <a:lstStyle/>
        <a:p>
          <a:endParaRPr lang="en-US"/>
        </a:p>
      </dgm:t>
    </dgm:pt>
    <dgm:pt modelId="{F54FC3E3-DE38-439A-8CDE-3ECDF7D811EB}" type="sibTrans" cxnId="{680F98E0-4633-4BCE-9C64-C57943EAB248}">
      <dgm:prSet/>
      <dgm:spPr/>
      <dgm:t>
        <a:bodyPr/>
        <a:lstStyle/>
        <a:p>
          <a:endParaRPr lang="en-US"/>
        </a:p>
      </dgm:t>
    </dgm:pt>
    <dgm:pt modelId="{BA376B25-E44D-401F-A2ED-56FB28EFA009}">
      <dgm:prSet/>
      <dgm:spPr/>
      <dgm:t>
        <a:bodyPr/>
        <a:lstStyle/>
        <a:p>
          <a:pPr rtl="0"/>
          <a:r>
            <a:rPr lang="en-US" dirty="0" smtClean="0"/>
            <a:t>2a. Set </a:t>
          </a:r>
          <a:r>
            <a:rPr lang="en-US" dirty="0"/>
            <a:t>memory size</a:t>
          </a:r>
        </a:p>
      </dgm:t>
    </dgm:pt>
    <dgm:pt modelId="{F0E19A51-FD27-46ED-A427-FF45B2433D5C}" type="parTrans" cxnId="{5768A75F-EB68-4E87-B787-F8C6A00DF875}">
      <dgm:prSet/>
      <dgm:spPr/>
      <dgm:t>
        <a:bodyPr/>
        <a:lstStyle/>
        <a:p>
          <a:endParaRPr lang="en-US"/>
        </a:p>
      </dgm:t>
    </dgm:pt>
    <dgm:pt modelId="{84FEA6C8-4423-4193-B9B7-B95BCD4638C8}" type="sibTrans" cxnId="{5768A75F-EB68-4E87-B787-F8C6A00DF875}">
      <dgm:prSet/>
      <dgm:spPr/>
      <dgm:t>
        <a:bodyPr/>
        <a:lstStyle/>
        <a:p>
          <a:endParaRPr lang="en-US"/>
        </a:p>
      </dgm:t>
    </dgm:pt>
    <dgm:pt modelId="{5E9F30E0-D3BF-4364-BAF8-62797F850E4A}">
      <dgm:prSet/>
      <dgm:spPr/>
      <dgm:t>
        <a:bodyPr/>
        <a:lstStyle/>
        <a:p>
          <a:pPr rtl="0"/>
          <a:r>
            <a:rPr lang="en-US" dirty="0" smtClean="0"/>
            <a:t>3.a Map </a:t>
          </a:r>
          <a:r>
            <a:rPr lang="en-US" dirty="0"/>
            <a:t>shared </a:t>
          </a:r>
          <a:r>
            <a:rPr lang="en-US" dirty="0" err="1"/>
            <a:t>mem</a:t>
          </a:r>
          <a:r>
            <a:rPr lang="en-US" dirty="0"/>
            <a:t> to process</a:t>
          </a:r>
        </a:p>
      </dgm:t>
    </dgm:pt>
    <dgm:pt modelId="{B972EAB9-E340-476E-8368-F73573296B59}" type="parTrans" cxnId="{38CDF941-2432-4840-ACB1-93B2A9883D1B}">
      <dgm:prSet/>
      <dgm:spPr/>
      <dgm:t>
        <a:bodyPr/>
        <a:lstStyle/>
        <a:p>
          <a:endParaRPr lang="en-US"/>
        </a:p>
      </dgm:t>
    </dgm:pt>
    <dgm:pt modelId="{BEC14ABA-DB9A-492D-AA98-54BE241C9579}" type="sibTrans" cxnId="{38CDF941-2432-4840-ACB1-93B2A9883D1B}">
      <dgm:prSet/>
      <dgm:spPr/>
      <dgm:t>
        <a:bodyPr/>
        <a:lstStyle/>
        <a:p>
          <a:endParaRPr lang="en-US"/>
        </a:p>
      </dgm:t>
    </dgm:pt>
    <dgm:pt modelId="{A3A25095-6AEE-402C-A8BB-967FC50D3160}">
      <dgm:prSet/>
      <dgm:spPr/>
      <dgm:t>
        <a:bodyPr/>
        <a:lstStyle/>
        <a:p>
          <a:pPr rtl="0"/>
          <a:r>
            <a:rPr lang="en-US" dirty="0" smtClean="0"/>
            <a:t>3.b </a:t>
          </a:r>
          <a:r>
            <a:rPr lang="en-US" dirty="0" err="1" smtClean="0"/>
            <a:t>Unmap</a:t>
          </a:r>
          <a:r>
            <a:rPr lang="en-US" dirty="0" smtClean="0"/>
            <a:t> </a:t>
          </a:r>
          <a:r>
            <a:rPr lang="en-US" dirty="0"/>
            <a:t>shared </a:t>
          </a:r>
          <a:r>
            <a:rPr lang="en-US" dirty="0" err="1"/>
            <a:t>mem</a:t>
          </a:r>
          <a:endParaRPr lang="en-US" dirty="0"/>
        </a:p>
      </dgm:t>
    </dgm:pt>
    <dgm:pt modelId="{C5CE2AD7-7616-4B11-A9CE-08A5DCC46886}" type="parTrans" cxnId="{850CC7D2-2E7F-441D-B550-CA131D75A895}">
      <dgm:prSet/>
      <dgm:spPr/>
      <dgm:t>
        <a:bodyPr/>
        <a:lstStyle/>
        <a:p>
          <a:endParaRPr lang="en-US"/>
        </a:p>
      </dgm:t>
    </dgm:pt>
    <dgm:pt modelId="{628F4C73-DC79-490D-8543-C58000A0E1E9}" type="sibTrans" cxnId="{850CC7D2-2E7F-441D-B550-CA131D75A895}">
      <dgm:prSet/>
      <dgm:spPr/>
      <dgm:t>
        <a:bodyPr/>
        <a:lstStyle/>
        <a:p>
          <a:endParaRPr lang="en-US"/>
        </a:p>
      </dgm:t>
    </dgm:pt>
    <dgm:pt modelId="{15FED06A-9600-467F-B333-A89362C39A35}">
      <dgm:prSet/>
      <dgm:spPr/>
      <dgm:t>
        <a:bodyPr/>
        <a:lstStyle/>
        <a:p>
          <a:pPr rtl="0"/>
          <a:r>
            <a:rPr lang="en-US" dirty="0" smtClean="0"/>
            <a:t>2.b remove </a:t>
          </a:r>
          <a:r>
            <a:rPr lang="en-US" dirty="0"/>
            <a:t>the shared memory</a:t>
          </a:r>
        </a:p>
      </dgm:t>
    </dgm:pt>
    <dgm:pt modelId="{D6D45012-40B9-4292-A77F-094A1EA2DE9C}" type="parTrans" cxnId="{22391FCB-3239-4E22-8218-904AA6C278D3}">
      <dgm:prSet/>
      <dgm:spPr/>
      <dgm:t>
        <a:bodyPr/>
        <a:lstStyle/>
        <a:p>
          <a:endParaRPr lang="en-US"/>
        </a:p>
      </dgm:t>
    </dgm:pt>
    <dgm:pt modelId="{7D0D4778-3629-40E8-9F16-FE92DF74B1C3}" type="sibTrans" cxnId="{22391FCB-3239-4E22-8218-904AA6C278D3}">
      <dgm:prSet/>
      <dgm:spPr/>
      <dgm:t>
        <a:bodyPr/>
        <a:lstStyle/>
        <a:p>
          <a:endParaRPr lang="en-US"/>
        </a:p>
      </dgm:t>
    </dgm:pt>
    <dgm:pt modelId="{7106616B-285C-4F9A-BC65-9A599AC2865F}" type="pres">
      <dgm:prSet presAssocID="{68084B5D-ACDD-4A55-9817-5C045223F47A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1349B29-E0F2-4359-A106-729C550EF084}" type="pres">
      <dgm:prSet presAssocID="{68084B5D-ACDD-4A55-9817-5C045223F47A}" presName="arrow" presStyleLbl="bgShp" presStyleIdx="0" presStyleCnt="1"/>
      <dgm:spPr/>
    </dgm:pt>
    <dgm:pt modelId="{87AA6D10-1E76-4FBA-ADED-95CCB887FD40}" type="pres">
      <dgm:prSet presAssocID="{68084B5D-ACDD-4A55-9817-5C045223F47A}" presName="linearProcess" presStyleCnt="0"/>
      <dgm:spPr/>
    </dgm:pt>
    <dgm:pt modelId="{DDF884D0-FE3A-4A19-88D3-960D1908CFFB}" type="pres">
      <dgm:prSet presAssocID="{2526463B-E124-4187-B069-C88233BB81D8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31F385-A6FC-46DF-8642-ADC546D79CF1}" type="pres">
      <dgm:prSet presAssocID="{F54FC3E3-DE38-439A-8CDE-3ECDF7D811EB}" presName="sibTrans" presStyleCnt="0"/>
      <dgm:spPr/>
    </dgm:pt>
    <dgm:pt modelId="{53B465C2-8814-4B3C-97B4-ECBCB4FC046E}" type="pres">
      <dgm:prSet presAssocID="{BA376B25-E44D-401F-A2ED-56FB28EFA009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A572D5-4A46-4158-97C4-B205DC7D3AE5}" type="pres">
      <dgm:prSet presAssocID="{84FEA6C8-4423-4193-B9B7-B95BCD4638C8}" presName="sibTrans" presStyleCnt="0"/>
      <dgm:spPr/>
    </dgm:pt>
    <dgm:pt modelId="{C4E234A3-EA72-4081-B93A-A942905FA3D7}" type="pres">
      <dgm:prSet presAssocID="{5E9F30E0-D3BF-4364-BAF8-62797F850E4A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83D4EC-B547-4571-B8B4-5026A44DAD45}" type="pres">
      <dgm:prSet presAssocID="{BEC14ABA-DB9A-492D-AA98-54BE241C9579}" presName="sibTrans" presStyleCnt="0"/>
      <dgm:spPr/>
    </dgm:pt>
    <dgm:pt modelId="{E8CD063E-908E-4880-9DFF-2138A8676B31}" type="pres">
      <dgm:prSet presAssocID="{A3A25095-6AEE-402C-A8BB-967FC50D3160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29B863-68CB-43E7-B6BD-EDE6CF2A5D20}" type="pres">
      <dgm:prSet presAssocID="{628F4C73-DC79-490D-8543-C58000A0E1E9}" presName="sibTrans" presStyleCnt="0"/>
      <dgm:spPr/>
    </dgm:pt>
    <dgm:pt modelId="{06C3DFFE-D6C4-4697-A4A3-73F9F43F3082}" type="pres">
      <dgm:prSet presAssocID="{15FED06A-9600-467F-B333-A89362C39A35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50CC7D2-2E7F-441D-B550-CA131D75A895}" srcId="{68084B5D-ACDD-4A55-9817-5C045223F47A}" destId="{A3A25095-6AEE-402C-A8BB-967FC50D3160}" srcOrd="3" destOrd="0" parTransId="{C5CE2AD7-7616-4B11-A9CE-08A5DCC46886}" sibTransId="{628F4C73-DC79-490D-8543-C58000A0E1E9}"/>
    <dgm:cxn modelId="{3925C941-E74B-4A34-9654-E06A21DF13F4}" type="presOf" srcId="{2526463B-E124-4187-B069-C88233BB81D8}" destId="{DDF884D0-FE3A-4A19-88D3-960D1908CFFB}" srcOrd="0" destOrd="0" presId="urn:microsoft.com/office/officeart/2005/8/layout/hProcess9"/>
    <dgm:cxn modelId="{680F98E0-4633-4BCE-9C64-C57943EAB248}" srcId="{68084B5D-ACDD-4A55-9817-5C045223F47A}" destId="{2526463B-E124-4187-B069-C88233BB81D8}" srcOrd="0" destOrd="0" parTransId="{AAC441CB-1A73-4F37-85BF-A6CED4D73108}" sibTransId="{F54FC3E3-DE38-439A-8CDE-3ECDF7D811EB}"/>
    <dgm:cxn modelId="{4C01F471-5504-432C-B3D9-0E07557593E2}" type="presOf" srcId="{68084B5D-ACDD-4A55-9817-5C045223F47A}" destId="{7106616B-285C-4F9A-BC65-9A599AC2865F}" srcOrd="0" destOrd="0" presId="urn:microsoft.com/office/officeart/2005/8/layout/hProcess9"/>
    <dgm:cxn modelId="{22391FCB-3239-4E22-8218-904AA6C278D3}" srcId="{68084B5D-ACDD-4A55-9817-5C045223F47A}" destId="{15FED06A-9600-467F-B333-A89362C39A35}" srcOrd="4" destOrd="0" parTransId="{D6D45012-40B9-4292-A77F-094A1EA2DE9C}" sibTransId="{7D0D4778-3629-40E8-9F16-FE92DF74B1C3}"/>
    <dgm:cxn modelId="{3F6E9FE4-D1A2-4081-BD54-FF755F1A55D9}" type="presOf" srcId="{BA376B25-E44D-401F-A2ED-56FB28EFA009}" destId="{53B465C2-8814-4B3C-97B4-ECBCB4FC046E}" srcOrd="0" destOrd="0" presId="urn:microsoft.com/office/officeart/2005/8/layout/hProcess9"/>
    <dgm:cxn modelId="{FD677D75-8DE7-4849-BD51-DA0FABA4FBB8}" type="presOf" srcId="{5E9F30E0-D3BF-4364-BAF8-62797F850E4A}" destId="{C4E234A3-EA72-4081-B93A-A942905FA3D7}" srcOrd="0" destOrd="0" presId="urn:microsoft.com/office/officeart/2005/8/layout/hProcess9"/>
    <dgm:cxn modelId="{293F05ED-EF5B-4A7D-BD51-30F742BED723}" type="presOf" srcId="{15FED06A-9600-467F-B333-A89362C39A35}" destId="{06C3DFFE-D6C4-4697-A4A3-73F9F43F3082}" srcOrd="0" destOrd="0" presId="urn:microsoft.com/office/officeart/2005/8/layout/hProcess9"/>
    <dgm:cxn modelId="{38CDF941-2432-4840-ACB1-93B2A9883D1B}" srcId="{68084B5D-ACDD-4A55-9817-5C045223F47A}" destId="{5E9F30E0-D3BF-4364-BAF8-62797F850E4A}" srcOrd="2" destOrd="0" parTransId="{B972EAB9-E340-476E-8368-F73573296B59}" sibTransId="{BEC14ABA-DB9A-492D-AA98-54BE241C9579}"/>
    <dgm:cxn modelId="{5768A75F-EB68-4E87-B787-F8C6A00DF875}" srcId="{68084B5D-ACDD-4A55-9817-5C045223F47A}" destId="{BA376B25-E44D-401F-A2ED-56FB28EFA009}" srcOrd="1" destOrd="0" parTransId="{F0E19A51-FD27-46ED-A427-FF45B2433D5C}" sibTransId="{84FEA6C8-4423-4193-B9B7-B95BCD4638C8}"/>
    <dgm:cxn modelId="{D138A50E-A059-49DF-AF97-332EF3AF6DFE}" type="presOf" srcId="{A3A25095-6AEE-402C-A8BB-967FC50D3160}" destId="{E8CD063E-908E-4880-9DFF-2138A8676B31}" srcOrd="0" destOrd="0" presId="urn:microsoft.com/office/officeart/2005/8/layout/hProcess9"/>
    <dgm:cxn modelId="{02B124E7-9C44-492C-9196-5251D9DBB01B}" type="presParOf" srcId="{7106616B-285C-4F9A-BC65-9A599AC2865F}" destId="{B1349B29-E0F2-4359-A106-729C550EF084}" srcOrd="0" destOrd="0" presId="urn:microsoft.com/office/officeart/2005/8/layout/hProcess9"/>
    <dgm:cxn modelId="{8D5D5725-3D8B-46D7-AFC0-B75DB233BE13}" type="presParOf" srcId="{7106616B-285C-4F9A-BC65-9A599AC2865F}" destId="{87AA6D10-1E76-4FBA-ADED-95CCB887FD40}" srcOrd="1" destOrd="0" presId="urn:microsoft.com/office/officeart/2005/8/layout/hProcess9"/>
    <dgm:cxn modelId="{39A963C0-122E-4B5A-8756-567ACD59BD18}" type="presParOf" srcId="{87AA6D10-1E76-4FBA-ADED-95CCB887FD40}" destId="{DDF884D0-FE3A-4A19-88D3-960D1908CFFB}" srcOrd="0" destOrd="0" presId="urn:microsoft.com/office/officeart/2005/8/layout/hProcess9"/>
    <dgm:cxn modelId="{4177364D-978B-49E8-8358-C1EB9E74DC90}" type="presParOf" srcId="{87AA6D10-1E76-4FBA-ADED-95CCB887FD40}" destId="{8C31F385-A6FC-46DF-8642-ADC546D79CF1}" srcOrd="1" destOrd="0" presId="urn:microsoft.com/office/officeart/2005/8/layout/hProcess9"/>
    <dgm:cxn modelId="{666FC1A2-C7E1-4583-A37D-A2D21E074FD6}" type="presParOf" srcId="{87AA6D10-1E76-4FBA-ADED-95CCB887FD40}" destId="{53B465C2-8814-4B3C-97B4-ECBCB4FC046E}" srcOrd="2" destOrd="0" presId="urn:microsoft.com/office/officeart/2005/8/layout/hProcess9"/>
    <dgm:cxn modelId="{3F1EF736-B9EF-4A95-A8C2-3FBBABEDAFA0}" type="presParOf" srcId="{87AA6D10-1E76-4FBA-ADED-95CCB887FD40}" destId="{68A572D5-4A46-4158-97C4-B205DC7D3AE5}" srcOrd="3" destOrd="0" presId="urn:microsoft.com/office/officeart/2005/8/layout/hProcess9"/>
    <dgm:cxn modelId="{E4F18B66-E4C8-4D99-B1F8-09184CA8E19D}" type="presParOf" srcId="{87AA6D10-1E76-4FBA-ADED-95CCB887FD40}" destId="{C4E234A3-EA72-4081-B93A-A942905FA3D7}" srcOrd="4" destOrd="0" presId="urn:microsoft.com/office/officeart/2005/8/layout/hProcess9"/>
    <dgm:cxn modelId="{94E3FCE1-A14B-41E1-8132-70AF81084EAD}" type="presParOf" srcId="{87AA6D10-1E76-4FBA-ADED-95CCB887FD40}" destId="{0383D4EC-B547-4571-B8B4-5026A44DAD45}" srcOrd="5" destOrd="0" presId="urn:microsoft.com/office/officeart/2005/8/layout/hProcess9"/>
    <dgm:cxn modelId="{E6E86FA2-BE1C-414B-85E4-C5E6BD212802}" type="presParOf" srcId="{87AA6D10-1E76-4FBA-ADED-95CCB887FD40}" destId="{E8CD063E-908E-4880-9DFF-2138A8676B31}" srcOrd="6" destOrd="0" presId="urn:microsoft.com/office/officeart/2005/8/layout/hProcess9"/>
    <dgm:cxn modelId="{08F410A7-3A6D-492B-980F-452CDB474EB9}" type="presParOf" srcId="{87AA6D10-1E76-4FBA-ADED-95CCB887FD40}" destId="{E329B863-68CB-43E7-B6BD-EDE6CF2A5D20}" srcOrd="7" destOrd="0" presId="urn:microsoft.com/office/officeart/2005/8/layout/hProcess9"/>
    <dgm:cxn modelId="{E46BA771-03FD-4CCA-AFF6-C8A6E1C2ADCF}" type="presParOf" srcId="{87AA6D10-1E76-4FBA-ADED-95CCB887FD40}" destId="{06C3DFFE-D6C4-4697-A4A3-73F9F43F3082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4229C0-CA51-416D-893B-EBE0FFF28866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74B476-F8D2-4F6D-91D0-17A74698D65D}">
      <dgm:prSet/>
      <dgm:spPr/>
      <dgm:t>
        <a:bodyPr/>
        <a:lstStyle/>
        <a:p>
          <a:pPr rtl="0"/>
          <a:r>
            <a:rPr lang="vi-VN" dirty="0" smtClean="0"/>
            <a:t>1. </a:t>
          </a:r>
          <a:r>
            <a:rPr lang="en-US" dirty="0" smtClean="0"/>
            <a:t>Generate </a:t>
          </a:r>
          <a:r>
            <a:rPr lang="en-US" dirty="0"/>
            <a:t>a unique key</a:t>
          </a:r>
        </a:p>
      </dgm:t>
    </dgm:pt>
    <dgm:pt modelId="{04E2C5A6-773E-4715-BE67-BD4D4B2DF5FA}" type="parTrans" cxnId="{1F605A6B-E938-44C2-88B2-16F769B0E8F5}">
      <dgm:prSet/>
      <dgm:spPr/>
      <dgm:t>
        <a:bodyPr/>
        <a:lstStyle/>
        <a:p>
          <a:endParaRPr lang="en-US"/>
        </a:p>
      </dgm:t>
    </dgm:pt>
    <dgm:pt modelId="{F85711BA-E990-4D7A-98CB-EB3D876EF022}" type="sibTrans" cxnId="{1F605A6B-E938-44C2-88B2-16F769B0E8F5}">
      <dgm:prSet/>
      <dgm:spPr/>
      <dgm:t>
        <a:bodyPr/>
        <a:lstStyle/>
        <a:p>
          <a:endParaRPr lang="en-US"/>
        </a:p>
      </dgm:t>
    </dgm:pt>
    <dgm:pt modelId="{2682AFD1-9D46-4BDA-8E3A-7099272F99E3}">
      <dgm:prSet/>
      <dgm:spPr/>
      <dgm:t>
        <a:bodyPr/>
        <a:lstStyle/>
        <a:p>
          <a:pPr rtl="0"/>
          <a:r>
            <a:rPr lang="vi-VN" dirty="0" smtClean="0"/>
            <a:t>2a. </a:t>
          </a:r>
          <a:r>
            <a:rPr lang="en-US" dirty="0" err="1" smtClean="0"/>
            <a:t>Alloc</a:t>
          </a:r>
          <a:r>
            <a:rPr lang="en-US" dirty="0" smtClean="0"/>
            <a:t> </a:t>
          </a:r>
          <a:r>
            <a:rPr lang="en-US" dirty="0"/>
            <a:t>physical memory</a:t>
          </a:r>
        </a:p>
      </dgm:t>
    </dgm:pt>
    <dgm:pt modelId="{C566A823-04F9-4894-96DF-74D03F65DBE6}" type="parTrans" cxnId="{D024AA5F-EBBB-49FE-96F6-46E3DA3C8A56}">
      <dgm:prSet/>
      <dgm:spPr/>
      <dgm:t>
        <a:bodyPr/>
        <a:lstStyle/>
        <a:p>
          <a:endParaRPr lang="en-US"/>
        </a:p>
      </dgm:t>
    </dgm:pt>
    <dgm:pt modelId="{00A73940-B6D9-4D34-AA9A-9E4480DDCE9C}" type="sibTrans" cxnId="{D024AA5F-EBBB-49FE-96F6-46E3DA3C8A56}">
      <dgm:prSet/>
      <dgm:spPr/>
      <dgm:t>
        <a:bodyPr/>
        <a:lstStyle/>
        <a:p>
          <a:endParaRPr lang="en-US"/>
        </a:p>
      </dgm:t>
    </dgm:pt>
    <dgm:pt modelId="{0F8432F6-B324-4545-88BC-6E91D3B70743}">
      <dgm:prSet/>
      <dgm:spPr/>
      <dgm:t>
        <a:bodyPr/>
        <a:lstStyle/>
        <a:p>
          <a:pPr rtl="0"/>
          <a:r>
            <a:rPr lang="vi-VN" dirty="0" smtClean="0"/>
            <a:t>3a. </a:t>
          </a:r>
          <a:r>
            <a:rPr lang="en-US" dirty="0" smtClean="0"/>
            <a:t>Map </a:t>
          </a:r>
          <a:r>
            <a:rPr lang="en-US" dirty="0"/>
            <a:t>shared memory</a:t>
          </a:r>
        </a:p>
      </dgm:t>
    </dgm:pt>
    <dgm:pt modelId="{E81F9BF3-A50A-486F-9795-854228E86448}" type="parTrans" cxnId="{B483FAB3-71ED-4522-BFFD-DD57C9E5689A}">
      <dgm:prSet/>
      <dgm:spPr/>
      <dgm:t>
        <a:bodyPr/>
        <a:lstStyle/>
        <a:p>
          <a:endParaRPr lang="en-US"/>
        </a:p>
      </dgm:t>
    </dgm:pt>
    <dgm:pt modelId="{A52FF751-16E4-4C28-AC0E-C5157DACFECA}" type="sibTrans" cxnId="{B483FAB3-71ED-4522-BFFD-DD57C9E5689A}">
      <dgm:prSet/>
      <dgm:spPr/>
      <dgm:t>
        <a:bodyPr/>
        <a:lstStyle/>
        <a:p>
          <a:endParaRPr lang="en-US"/>
        </a:p>
      </dgm:t>
    </dgm:pt>
    <dgm:pt modelId="{E57559FC-0215-4699-97EC-DE0F089C2705}">
      <dgm:prSet/>
      <dgm:spPr/>
      <dgm:t>
        <a:bodyPr/>
        <a:lstStyle/>
        <a:p>
          <a:pPr rtl="0"/>
          <a:r>
            <a:rPr lang="vi-VN" dirty="0" smtClean="0"/>
            <a:t>3b. </a:t>
          </a:r>
          <a:r>
            <a:rPr lang="en-US" dirty="0" err="1" smtClean="0"/>
            <a:t>Unmap</a:t>
          </a:r>
          <a:r>
            <a:rPr lang="en-US" dirty="0" smtClean="0"/>
            <a:t> </a:t>
          </a:r>
          <a:r>
            <a:rPr lang="en-US" dirty="0"/>
            <a:t>shared memory</a:t>
          </a:r>
        </a:p>
      </dgm:t>
    </dgm:pt>
    <dgm:pt modelId="{A57D5EB4-76D4-4B79-8E80-CB4505CC20CB}" type="parTrans" cxnId="{61155F0D-5F8E-47E1-A6D3-62CEC9D263D2}">
      <dgm:prSet/>
      <dgm:spPr/>
      <dgm:t>
        <a:bodyPr/>
        <a:lstStyle/>
        <a:p>
          <a:endParaRPr lang="en-US"/>
        </a:p>
      </dgm:t>
    </dgm:pt>
    <dgm:pt modelId="{6D7F75B0-E375-4BDF-B92D-16E33350E9F6}" type="sibTrans" cxnId="{61155F0D-5F8E-47E1-A6D3-62CEC9D263D2}">
      <dgm:prSet/>
      <dgm:spPr/>
      <dgm:t>
        <a:bodyPr/>
        <a:lstStyle/>
        <a:p>
          <a:endParaRPr lang="en-US"/>
        </a:p>
      </dgm:t>
    </dgm:pt>
    <dgm:pt modelId="{8B4B51EE-8CFD-4089-A13E-97116033FF3C}">
      <dgm:prSet/>
      <dgm:spPr/>
      <dgm:t>
        <a:bodyPr/>
        <a:lstStyle/>
        <a:p>
          <a:pPr rtl="0"/>
          <a:r>
            <a:rPr lang="vi-VN" dirty="0" smtClean="0"/>
            <a:t>2b. </a:t>
          </a:r>
          <a:r>
            <a:rPr lang="en-US" dirty="0" smtClean="0"/>
            <a:t>Destroy </a:t>
          </a:r>
          <a:r>
            <a:rPr lang="en-US" dirty="0"/>
            <a:t>shared memory</a:t>
          </a:r>
        </a:p>
      </dgm:t>
    </dgm:pt>
    <dgm:pt modelId="{62C54BC0-8572-47BD-9D92-04D976B1E7A4}" type="parTrans" cxnId="{822951D0-7D9F-4765-80F2-D6297F9D9EA3}">
      <dgm:prSet/>
      <dgm:spPr/>
      <dgm:t>
        <a:bodyPr/>
        <a:lstStyle/>
        <a:p>
          <a:endParaRPr lang="en-US"/>
        </a:p>
      </dgm:t>
    </dgm:pt>
    <dgm:pt modelId="{AC840F03-3E94-478C-AB19-B883D0CCDE0A}" type="sibTrans" cxnId="{822951D0-7D9F-4765-80F2-D6297F9D9EA3}">
      <dgm:prSet/>
      <dgm:spPr/>
      <dgm:t>
        <a:bodyPr/>
        <a:lstStyle/>
        <a:p>
          <a:endParaRPr lang="en-US"/>
        </a:p>
      </dgm:t>
    </dgm:pt>
    <dgm:pt modelId="{8E61D75D-67D6-4038-9900-32141569C8C4}" type="pres">
      <dgm:prSet presAssocID="{4D4229C0-CA51-416D-893B-EBE0FFF28866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F1F0070-B5EE-4AD6-8C1E-ABD4D832A44C}" type="pres">
      <dgm:prSet presAssocID="{4D4229C0-CA51-416D-893B-EBE0FFF28866}" presName="arrow" presStyleLbl="bgShp" presStyleIdx="0" presStyleCnt="1"/>
      <dgm:spPr/>
    </dgm:pt>
    <dgm:pt modelId="{222A8766-D242-4B0A-B929-1D2B29DB1817}" type="pres">
      <dgm:prSet presAssocID="{4D4229C0-CA51-416D-893B-EBE0FFF28866}" presName="linearProcess" presStyleCnt="0"/>
      <dgm:spPr/>
    </dgm:pt>
    <dgm:pt modelId="{1A634CC0-2C8B-4A00-B710-DFA677CDD777}" type="pres">
      <dgm:prSet presAssocID="{1F74B476-F8D2-4F6D-91D0-17A74698D65D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3E9FB8-2F1D-4685-964E-69B281EE548A}" type="pres">
      <dgm:prSet presAssocID="{F85711BA-E990-4D7A-98CB-EB3D876EF022}" presName="sibTrans" presStyleCnt="0"/>
      <dgm:spPr/>
    </dgm:pt>
    <dgm:pt modelId="{3A7F0462-8AFC-42E3-90F0-AE8C1227A4D2}" type="pres">
      <dgm:prSet presAssocID="{2682AFD1-9D46-4BDA-8E3A-7099272F99E3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F6F2BB-B48E-4282-95BC-AC21B97614F8}" type="pres">
      <dgm:prSet presAssocID="{00A73940-B6D9-4D34-AA9A-9E4480DDCE9C}" presName="sibTrans" presStyleCnt="0"/>
      <dgm:spPr/>
    </dgm:pt>
    <dgm:pt modelId="{DDC518B7-65DA-47D5-B974-60EF2EF10122}" type="pres">
      <dgm:prSet presAssocID="{0F8432F6-B324-4545-88BC-6E91D3B70743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0DFB31-3F35-4CA3-B7FB-612DEA5D87E1}" type="pres">
      <dgm:prSet presAssocID="{A52FF751-16E4-4C28-AC0E-C5157DACFECA}" presName="sibTrans" presStyleCnt="0"/>
      <dgm:spPr/>
    </dgm:pt>
    <dgm:pt modelId="{3BD93401-736A-409D-94E0-AED4152C6BEE}" type="pres">
      <dgm:prSet presAssocID="{E57559FC-0215-4699-97EC-DE0F089C2705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6E6D7E-B57F-4367-96C8-C1E10DD23A38}" type="pres">
      <dgm:prSet presAssocID="{6D7F75B0-E375-4BDF-B92D-16E33350E9F6}" presName="sibTrans" presStyleCnt="0"/>
      <dgm:spPr/>
    </dgm:pt>
    <dgm:pt modelId="{285DC2C7-2470-41B9-9E59-BAF8FF128E7F}" type="pres">
      <dgm:prSet presAssocID="{8B4B51EE-8CFD-4089-A13E-97116033FF3C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532F012-83BE-4D48-93FA-94458CE9D9F1}" type="presOf" srcId="{0F8432F6-B324-4545-88BC-6E91D3B70743}" destId="{DDC518B7-65DA-47D5-B974-60EF2EF10122}" srcOrd="0" destOrd="0" presId="urn:microsoft.com/office/officeart/2005/8/layout/hProcess9"/>
    <dgm:cxn modelId="{B483FAB3-71ED-4522-BFFD-DD57C9E5689A}" srcId="{4D4229C0-CA51-416D-893B-EBE0FFF28866}" destId="{0F8432F6-B324-4545-88BC-6E91D3B70743}" srcOrd="2" destOrd="0" parTransId="{E81F9BF3-A50A-486F-9795-854228E86448}" sibTransId="{A52FF751-16E4-4C28-AC0E-C5157DACFECA}"/>
    <dgm:cxn modelId="{AFBFA371-9096-4717-AD24-C42E8605CA89}" type="presOf" srcId="{4D4229C0-CA51-416D-893B-EBE0FFF28866}" destId="{8E61D75D-67D6-4038-9900-32141569C8C4}" srcOrd="0" destOrd="0" presId="urn:microsoft.com/office/officeart/2005/8/layout/hProcess9"/>
    <dgm:cxn modelId="{65C62D4B-13B7-4DD0-8B5B-F7A518BB9E36}" type="presOf" srcId="{E57559FC-0215-4699-97EC-DE0F089C2705}" destId="{3BD93401-736A-409D-94E0-AED4152C6BEE}" srcOrd="0" destOrd="0" presId="urn:microsoft.com/office/officeart/2005/8/layout/hProcess9"/>
    <dgm:cxn modelId="{D277861B-9C83-4B08-B413-CE7E4B00935E}" type="presOf" srcId="{1F74B476-F8D2-4F6D-91D0-17A74698D65D}" destId="{1A634CC0-2C8B-4A00-B710-DFA677CDD777}" srcOrd="0" destOrd="0" presId="urn:microsoft.com/office/officeart/2005/8/layout/hProcess9"/>
    <dgm:cxn modelId="{1F605A6B-E938-44C2-88B2-16F769B0E8F5}" srcId="{4D4229C0-CA51-416D-893B-EBE0FFF28866}" destId="{1F74B476-F8D2-4F6D-91D0-17A74698D65D}" srcOrd="0" destOrd="0" parTransId="{04E2C5A6-773E-4715-BE67-BD4D4B2DF5FA}" sibTransId="{F85711BA-E990-4D7A-98CB-EB3D876EF022}"/>
    <dgm:cxn modelId="{482944E4-6D5A-4173-8516-61AB1049B0B8}" type="presOf" srcId="{2682AFD1-9D46-4BDA-8E3A-7099272F99E3}" destId="{3A7F0462-8AFC-42E3-90F0-AE8C1227A4D2}" srcOrd="0" destOrd="0" presId="urn:microsoft.com/office/officeart/2005/8/layout/hProcess9"/>
    <dgm:cxn modelId="{822951D0-7D9F-4765-80F2-D6297F9D9EA3}" srcId="{4D4229C0-CA51-416D-893B-EBE0FFF28866}" destId="{8B4B51EE-8CFD-4089-A13E-97116033FF3C}" srcOrd="4" destOrd="0" parTransId="{62C54BC0-8572-47BD-9D92-04D976B1E7A4}" sibTransId="{AC840F03-3E94-478C-AB19-B883D0CCDE0A}"/>
    <dgm:cxn modelId="{61155F0D-5F8E-47E1-A6D3-62CEC9D263D2}" srcId="{4D4229C0-CA51-416D-893B-EBE0FFF28866}" destId="{E57559FC-0215-4699-97EC-DE0F089C2705}" srcOrd="3" destOrd="0" parTransId="{A57D5EB4-76D4-4B79-8E80-CB4505CC20CB}" sibTransId="{6D7F75B0-E375-4BDF-B92D-16E33350E9F6}"/>
    <dgm:cxn modelId="{6DF244CC-1CAC-45C8-8E23-D583F8E45692}" type="presOf" srcId="{8B4B51EE-8CFD-4089-A13E-97116033FF3C}" destId="{285DC2C7-2470-41B9-9E59-BAF8FF128E7F}" srcOrd="0" destOrd="0" presId="urn:microsoft.com/office/officeart/2005/8/layout/hProcess9"/>
    <dgm:cxn modelId="{D024AA5F-EBBB-49FE-96F6-46E3DA3C8A56}" srcId="{4D4229C0-CA51-416D-893B-EBE0FFF28866}" destId="{2682AFD1-9D46-4BDA-8E3A-7099272F99E3}" srcOrd="1" destOrd="0" parTransId="{C566A823-04F9-4894-96DF-74D03F65DBE6}" sibTransId="{00A73940-B6D9-4D34-AA9A-9E4480DDCE9C}"/>
    <dgm:cxn modelId="{D148675D-C209-4421-8494-A3F23D2A555E}" type="presParOf" srcId="{8E61D75D-67D6-4038-9900-32141569C8C4}" destId="{2F1F0070-B5EE-4AD6-8C1E-ABD4D832A44C}" srcOrd="0" destOrd="0" presId="urn:microsoft.com/office/officeart/2005/8/layout/hProcess9"/>
    <dgm:cxn modelId="{491B4FBF-40F5-4E99-9751-C7ABE4CF115E}" type="presParOf" srcId="{8E61D75D-67D6-4038-9900-32141569C8C4}" destId="{222A8766-D242-4B0A-B929-1D2B29DB1817}" srcOrd="1" destOrd="0" presId="urn:microsoft.com/office/officeart/2005/8/layout/hProcess9"/>
    <dgm:cxn modelId="{EF65037C-A1C4-4E18-8321-4A41C2470929}" type="presParOf" srcId="{222A8766-D242-4B0A-B929-1D2B29DB1817}" destId="{1A634CC0-2C8B-4A00-B710-DFA677CDD777}" srcOrd="0" destOrd="0" presId="urn:microsoft.com/office/officeart/2005/8/layout/hProcess9"/>
    <dgm:cxn modelId="{8B5BCF32-BFB6-4995-A41D-57A7445EC646}" type="presParOf" srcId="{222A8766-D242-4B0A-B929-1D2B29DB1817}" destId="{083E9FB8-2F1D-4685-964E-69B281EE548A}" srcOrd="1" destOrd="0" presId="urn:microsoft.com/office/officeart/2005/8/layout/hProcess9"/>
    <dgm:cxn modelId="{F63112BE-2210-4228-B4ED-173C4D315BC6}" type="presParOf" srcId="{222A8766-D242-4B0A-B929-1D2B29DB1817}" destId="{3A7F0462-8AFC-42E3-90F0-AE8C1227A4D2}" srcOrd="2" destOrd="0" presId="urn:microsoft.com/office/officeart/2005/8/layout/hProcess9"/>
    <dgm:cxn modelId="{AF2059D9-AAD2-4E80-AB4D-091C945026BA}" type="presParOf" srcId="{222A8766-D242-4B0A-B929-1D2B29DB1817}" destId="{B0F6F2BB-B48E-4282-95BC-AC21B97614F8}" srcOrd="3" destOrd="0" presId="urn:microsoft.com/office/officeart/2005/8/layout/hProcess9"/>
    <dgm:cxn modelId="{93290A63-D444-45B1-9EF9-5AA8160357AC}" type="presParOf" srcId="{222A8766-D242-4B0A-B929-1D2B29DB1817}" destId="{DDC518B7-65DA-47D5-B974-60EF2EF10122}" srcOrd="4" destOrd="0" presId="urn:microsoft.com/office/officeart/2005/8/layout/hProcess9"/>
    <dgm:cxn modelId="{C75000AC-0AA5-45E5-ADED-3A955F1DEE02}" type="presParOf" srcId="{222A8766-D242-4B0A-B929-1D2B29DB1817}" destId="{B30DFB31-3F35-4CA3-B7FB-612DEA5D87E1}" srcOrd="5" destOrd="0" presId="urn:microsoft.com/office/officeart/2005/8/layout/hProcess9"/>
    <dgm:cxn modelId="{291AA03F-4766-4A4D-A7B5-D7266AD29A09}" type="presParOf" srcId="{222A8766-D242-4B0A-B929-1D2B29DB1817}" destId="{3BD93401-736A-409D-94E0-AED4152C6BEE}" srcOrd="6" destOrd="0" presId="urn:microsoft.com/office/officeart/2005/8/layout/hProcess9"/>
    <dgm:cxn modelId="{DCFFB526-33CF-42E8-9C4C-FF4F8CEE56A9}" type="presParOf" srcId="{222A8766-D242-4B0A-B929-1D2B29DB1817}" destId="{CB6E6D7E-B57F-4367-96C8-C1E10DD23A38}" srcOrd="7" destOrd="0" presId="urn:microsoft.com/office/officeart/2005/8/layout/hProcess9"/>
    <dgm:cxn modelId="{5A95ED59-9F2A-4FC1-A9C5-2433C5D34804}" type="presParOf" srcId="{222A8766-D242-4B0A-B929-1D2B29DB1817}" destId="{285DC2C7-2470-41B9-9E59-BAF8FF128E7F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49B29-E0F2-4359-A106-729C550EF084}">
      <dsp:nvSpPr>
        <dsp:cNvPr id="0" name=""/>
        <dsp:cNvSpPr/>
      </dsp:nvSpPr>
      <dsp:spPr>
        <a:xfrm>
          <a:off x="617219" y="0"/>
          <a:ext cx="6995160" cy="372376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F884D0-FE3A-4A19-88D3-960D1908CFFB}">
      <dsp:nvSpPr>
        <dsp:cNvPr id="0" name=""/>
        <dsp:cNvSpPr/>
      </dsp:nvSpPr>
      <dsp:spPr>
        <a:xfrm>
          <a:off x="3616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1. Create </a:t>
          </a:r>
          <a:r>
            <a:rPr lang="en-US" sz="2100" kern="1200" dirty="0"/>
            <a:t>file </a:t>
          </a:r>
          <a:r>
            <a:rPr lang="en-US" sz="2100" kern="1200" dirty="0" err="1"/>
            <a:t>fd</a:t>
          </a:r>
          <a:endParaRPr lang="en-US" sz="2100" kern="1200" dirty="0"/>
        </a:p>
      </dsp:txBody>
      <dsp:txXfrm>
        <a:off x="76328" y="1189841"/>
        <a:ext cx="1435800" cy="1344082"/>
      </dsp:txXfrm>
    </dsp:sp>
    <dsp:sp modelId="{53B465C2-8814-4B3C-97B4-ECBCB4FC046E}">
      <dsp:nvSpPr>
        <dsp:cNvPr id="0" name=""/>
        <dsp:cNvSpPr/>
      </dsp:nvSpPr>
      <dsp:spPr>
        <a:xfrm>
          <a:off x="1663902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2a. Set </a:t>
          </a:r>
          <a:r>
            <a:rPr lang="en-US" sz="2100" kern="1200" dirty="0"/>
            <a:t>memory size</a:t>
          </a:r>
        </a:p>
      </dsp:txBody>
      <dsp:txXfrm>
        <a:off x="1736614" y="1189841"/>
        <a:ext cx="1435800" cy="1344082"/>
      </dsp:txXfrm>
    </dsp:sp>
    <dsp:sp modelId="{C4E234A3-EA72-4081-B93A-A942905FA3D7}">
      <dsp:nvSpPr>
        <dsp:cNvPr id="0" name=""/>
        <dsp:cNvSpPr/>
      </dsp:nvSpPr>
      <dsp:spPr>
        <a:xfrm>
          <a:off x="3324187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3.a Map </a:t>
          </a:r>
          <a:r>
            <a:rPr lang="en-US" sz="2100" kern="1200" dirty="0"/>
            <a:t>shared </a:t>
          </a:r>
          <a:r>
            <a:rPr lang="en-US" sz="2100" kern="1200" dirty="0" err="1"/>
            <a:t>mem</a:t>
          </a:r>
          <a:r>
            <a:rPr lang="en-US" sz="2100" kern="1200" dirty="0"/>
            <a:t> to process</a:t>
          </a:r>
        </a:p>
      </dsp:txBody>
      <dsp:txXfrm>
        <a:off x="3396899" y="1189841"/>
        <a:ext cx="1435800" cy="1344082"/>
      </dsp:txXfrm>
    </dsp:sp>
    <dsp:sp modelId="{E8CD063E-908E-4880-9DFF-2138A8676B31}">
      <dsp:nvSpPr>
        <dsp:cNvPr id="0" name=""/>
        <dsp:cNvSpPr/>
      </dsp:nvSpPr>
      <dsp:spPr>
        <a:xfrm>
          <a:off x="4984473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3.b </a:t>
          </a:r>
          <a:r>
            <a:rPr lang="en-US" sz="2100" kern="1200" dirty="0" err="1" smtClean="0"/>
            <a:t>Unmap</a:t>
          </a:r>
          <a:r>
            <a:rPr lang="en-US" sz="2100" kern="1200" dirty="0" smtClean="0"/>
            <a:t> </a:t>
          </a:r>
          <a:r>
            <a:rPr lang="en-US" sz="2100" kern="1200" dirty="0"/>
            <a:t>shared </a:t>
          </a:r>
          <a:r>
            <a:rPr lang="en-US" sz="2100" kern="1200" dirty="0" err="1"/>
            <a:t>mem</a:t>
          </a:r>
          <a:endParaRPr lang="en-US" sz="2100" kern="1200" dirty="0"/>
        </a:p>
      </dsp:txBody>
      <dsp:txXfrm>
        <a:off x="5057185" y="1189841"/>
        <a:ext cx="1435800" cy="1344082"/>
      </dsp:txXfrm>
    </dsp:sp>
    <dsp:sp modelId="{06C3DFFE-D6C4-4697-A4A3-73F9F43F3082}">
      <dsp:nvSpPr>
        <dsp:cNvPr id="0" name=""/>
        <dsp:cNvSpPr/>
      </dsp:nvSpPr>
      <dsp:spPr>
        <a:xfrm>
          <a:off x="6644759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2.b remove </a:t>
          </a:r>
          <a:r>
            <a:rPr lang="en-US" sz="2100" kern="1200" dirty="0"/>
            <a:t>the shared memory</a:t>
          </a:r>
        </a:p>
      </dsp:txBody>
      <dsp:txXfrm>
        <a:off x="6717471" y="1189841"/>
        <a:ext cx="1435800" cy="13440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F0070-B5EE-4AD6-8C1E-ABD4D832A44C}">
      <dsp:nvSpPr>
        <dsp:cNvPr id="0" name=""/>
        <dsp:cNvSpPr/>
      </dsp:nvSpPr>
      <dsp:spPr>
        <a:xfrm>
          <a:off x="617219" y="0"/>
          <a:ext cx="6995160" cy="372376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34CC0-2C8B-4A00-B710-DFA677CDD777}">
      <dsp:nvSpPr>
        <dsp:cNvPr id="0" name=""/>
        <dsp:cNvSpPr/>
      </dsp:nvSpPr>
      <dsp:spPr>
        <a:xfrm>
          <a:off x="3616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dirty="0" smtClean="0"/>
            <a:t>1. </a:t>
          </a:r>
          <a:r>
            <a:rPr lang="en-US" sz="2100" kern="1200" dirty="0" smtClean="0"/>
            <a:t>Generate </a:t>
          </a:r>
          <a:r>
            <a:rPr lang="en-US" sz="2100" kern="1200" dirty="0"/>
            <a:t>a unique key</a:t>
          </a:r>
        </a:p>
      </dsp:txBody>
      <dsp:txXfrm>
        <a:off x="76328" y="1189841"/>
        <a:ext cx="1435800" cy="1344082"/>
      </dsp:txXfrm>
    </dsp:sp>
    <dsp:sp modelId="{3A7F0462-8AFC-42E3-90F0-AE8C1227A4D2}">
      <dsp:nvSpPr>
        <dsp:cNvPr id="0" name=""/>
        <dsp:cNvSpPr/>
      </dsp:nvSpPr>
      <dsp:spPr>
        <a:xfrm>
          <a:off x="1663902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dirty="0" smtClean="0"/>
            <a:t>2a. </a:t>
          </a:r>
          <a:r>
            <a:rPr lang="en-US" sz="2100" kern="1200" dirty="0" err="1" smtClean="0"/>
            <a:t>Alloc</a:t>
          </a:r>
          <a:r>
            <a:rPr lang="en-US" sz="2100" kern="1200" dirty="0" smtClean="0"/>
            <a:t> </a:t>
          </a:r>
          <a:r>
            <a:rPr lang="en-US" sz="2100" kern="1200" dirty="0"/>
            <a:t>physical memory</a:t>
          </a:r>
        </a:p>
      </dsp:txBody>
      <dsp:txXfrm>
        <a:off x="1736614" y="1189841"/>
        <a:ext cx="1435800" cy="1344082"/>
      </dsp:txXfrm>
    </dsp:sp>
    <dsp:sp modelId="{DDC518B7-65DA-47D5-B974-60EF2EF10122}">
      <dsp:nvSpPr>
        <dsp:cNvPr id="0" name=""/>
        <dsp:cNvSpPr/>
      </dsp:nvSpPr>
      <dsp:spPr>
        <a:xfrm>
          <a:off x="3324187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dirty="0" smtClean="0"/>
            <a:t>3a. </a:t>
          </a:r>
          <a:r>
            <a:rPr lang="en-US" sz="2100" kern="1200" dirty="0" smtClean="0"/>
            <a:t>Map </a:t>
          </a:r>
          <a:r>
            <a:rPr lang="en-US" sz="2100" kern="1200" dirty="0"/>
            <a:t>shared memory</a:t>
          </a:r>
        </a:p>
      </dsp:txBody>
      <dsp:txXfrm>
        <a:off x="3396899" y="1189841"/>
        <a:ext cx="1435800" cy="1344082"/>
      </dsp:txXfrm>
    </dsp:sp>
    <dsp:sp modelId="{3BD93401-736A-409D-94E0-AED4152C6BEE}">
      <dsp:nvSpPr>
        <dsp:cNvPr id="0" name=""/>
        <dsp:cNvSpPr/>
      </dsp:nvSpPr>
      <dsp:spPr>
        <a:xfrm>
          <a:off x="4984473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dirty="0" smtClean="0"/>
            <a:t>3b. </a:t>
          </a:r>
          <a:r>
            <a:rPr lang="en-US" sz="2100" kern="1200" dirty="0" err="1" smtClean="0"/>
            <a:t>Unmap</a:t>
          </a:r>
          <a:r>
            <a:rPr lang="en-US" sz="2100" kern="1200" dirty="0" smtClean="0"/>
            <a:t> </a:t>
          </a:r>
          <a:r>
            <a:rPr lang="en-US" sz="2100" kern="1200" dirty="0"/>
            <a:t>shared memory</a:t>
          </a:r>
        </a:p>
      </dsp:txBody>
      <dsp:txXfrm>
        <a:off x="5057185" y="1189841"/>
        <a:ext cx="1435800" cy="1344082"/>
      </dsp:txXfrm>
    </dsp:sp>
    <dsp:sp modelId="{285DC2C7-2470-41B9-9E59-BAF8FF128E7F}">
      <dsp:nvSpPr>
        <dsp:cNvPr id="0" name=""/>
        <dsp:cNvSpPr/>
      </dsp:nvSpPr>
      <dsp:spPr>
        <a:xfrm>
          <a:off x="6644759" y="1117129"/>
          <a:ext cx="1581224" cy="14895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dirty="0" smtClean="0"/>
            <a:t>2b. </a:t>
          </a:r>
          <a:r>
            <a:rPr lang="en-US" sz="2100" kern="1200" dirty="0" smtClean="0"/>
            <a:t>Destroy </a:t>
          </a:r>
          <a:r>
            <a:rPr lang="en-US" sz="2100" kern="1200" dirty="0"/>
            <a:t>shared memory</a:t>
          </a:r>
        </a:p>
      </dsp:txBody>
      <dsp:txXfrm>
        <a:off x="6717471" y="1189841"/>
        <a:ext cx="1435800" cy="1344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6B2F8-E390-BD4F-9ACD-789C35D23CE3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0A0C1-BF67-B440-B7AD-B68AAB032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041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F8F81-D7B9-424E-B993-6D09B3871A4E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067B3-3AE6-DD4A-9E3D-C999AB397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046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31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9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5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39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067B3-3AE6-DD4A-9E3D-C999AB3971A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96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" y="0"/>
            <a:ext cx="9124122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4200" y="1743789"/>
            <a:ext cx="5334000" cy="678021"/>
          </a:xfrm>
        </p:spPr>
        <p:txBody>
          <a:bodyPr>
            <a:noAutofit/>
          </a:bodyPr>
          <a:lstStyle>
            <a:lvl1pPr algn="ctr">
              <a:defRPr sz="3600">
                <a:solidFill>
                  <a:srgbClr val="FF66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200" y="2571750"/>
            <a:ext cx="5334000" cy="434975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99CC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BE28-58BC-4486-9A8E-6C1F0E326EA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68557" y="4767263"/>
            <a:ext cx="4489063" cy="273844"/>
          </a:xfrm>
        </p:spPr>
        <p:txBody>
          <a:bodyPr/>
          <a:lstStyle/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6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0857"/>
            <a:ext cx="8229600" cy="372376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B6E5-7AA4-4C0D-BF97-BDC69083DBC9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6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BB4B-2F94-4F11-9AD4-28D0EBD2523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5478-161F-4B28-93E5-DE9BF6B2D5E2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4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222"/>
            <a:ext cx="6611510" cy="5406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60390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40212"/>
            <a:ext cx="4040188" cy="32544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860390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340212"/>
            <a:ext cx="4041775" cy="32544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38055-F1C9-4AC4-B9E3-476EF82AD4CC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5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9E8B6-A1D4-4191-8D54-A8260B6A1972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C1980-AF69-46D2-A9FE-14E6E6C939BE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7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6325"/>
            <a:ext cx="5111750" cy="3518298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3C03-0194-466F-B287-AA772F5566B9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938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78023"/>
            <a:ext cx="5486400" cy="29609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652282"/>
            <a:ext cx="5486400" cy="845073"/>
          </a:xfrm>
        </p:spPr>
        <p:txBody>
          <a:bodyPr>
            <a:normAutofit/>
          </a:bodyPr>
          <a:lstStyle>
            <a:lvl1pPr marL="0" indent="0" algn="ctr">
              <a:buNone/>
              <a:defRPr sz="3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F56F-D32E-44F3-A5D6-9F4533FAF9BD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7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C3-1882-4E84-9C82-23BA74B52008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6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1917-4DD8-41D3-93A0-974B9DFBBCBF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28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B114-CA1C-4405-B4C9-B0D9B62EC79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DDE86-D301-4DF7-A1BB-F5D7669E4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7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" y="0"/>
            <a:ext cx="9124122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6706925" cy="6440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11887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9C729-EC9D-4075-8A00-DCB3B3221814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9245" y="4767263"/>
            <a:ext cx="3948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08AF7-4237-6949-8335-F63F47C2C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1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các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</a:t>
            </a:r>
            <a:r>
              <a:rPr lang="en-US" dirty="0" err="1"/>
              <a:t>Lưu</a:t>
            </a:r>
            <a:r>
              <a:rPr lang="en-US" dirty="0"/>
              <a:t> An </a:t>
            </a:r>
            <a:r>
              <a:rPr lang="en-US" dirty="0" err="1"/>
              <a:t>Phú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1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page structure</a:t>
            </a:r>
          </a:p>
          <a:p>
            <a:r>
              <a:rPr lang="en-US" dirty="0" err="1"/>
              <a:t>Shm</a:t>
            </a:r>
            <a:r>
              <a:rPr lang="en-US" dirty="0"/>
              <a:t> API</a:t>
            </a:r>
          </a:p>
          <a:p>
            <a:r>
              <a:rPr lang="en-US" b="1" dirty="0"/>
              <a:t>MMAP API</a:t>
            </a:r>
          </a:p>
          <a:p>
            <a:r>
              <a:rPr lang="en-US" dirty="0"/>
              <a:t>Practice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402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page structure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r>
              <a:rPr lang="en-US" dirty="0"/>
              <a:t> page</a:t>
            </a:r>
          </a:p>
          <a:p>
            <a:pPr lvl="1"/>
            <a:r>
              <a:rPr lang="en-US" sz="1800" b="1" dirty="0"/>
              <a:t>include/</a:t>
            </a:r>
            <a:r>
              <a:rPr lang="en-US" sz="1800" b="1" dirty="0" err="1"/>
              <a:t>linux</a:t>
            </a:r>
            <a:r>
              <a:rPr lang="en-US" sz="1800" b="1" dirty="0"/>
              <a:t>/</a:t>
            </a:r>
            <a:r>
              <a:rPr lang="en-US" sz="1800" b="1" dirty="0" err="1"/>
              <a:t>mm_types.h</a:t>
            </a:r>
            <a:endParaRPr lang="en-US" sz="1800" b="1" dirty="0"/>
          </a:p>
          <a:p>
            <a:r>
              <a:rPr lang="en-US" dirty="0"/>
              <a:t>Permission</a:t>
            </a:r>
          </a:p>
          <a:p>
            <a:r>
              <a:rPr lang="en-US" dirty="0"/>
              <a:t>Flag</a:t>
            </a:r>
          </a:p>
        </p:txBody>
      </p:sp>
      <p:pic>
        <p:nvPicPr>
          <p:cNvPr id="1026" name="Picture 2" descr="Linux Memory Management – Virtual Memory and Demand Paging">
            <a:extLst>
              <a:ext uri="{FF2B5EF4-FFF2-40B4-BE49-F238E27FC236}">
                <a16:creationId xmlns:a16="http://schemas.microsoft.com/office/drawing/2014/main" xmlns="" id="{E9997E4C-333B-7424-A308-A8DC113E7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286" y="904875"/>
            <a:ext cx="4701519" cy="299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20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Library support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err="1"/>
              <a:t>shm</a:t>
            </a:r>
            <a:r>
              <a:rPr lang="en-US" b="1" dirty="0"/>
              <a:t> API</a:t>
            </a:r>
          </a:p>
          <a:p>
            <a:pPr lvl="1"/>
            <a:r>
              <a:rPr lang="en-US" dirty="0"/>
              <a:t>Old API, support for all Unix like system</a:t>
            </a:r>
          </a:p>
          <a:p>
            <a:pPr lvl="0"/>
            <a:r>
              <a:rPr lang="en-US" b="1" dirty="0" err="1"/>
              <a:t>Mmap</a:t>
            </a:r>
            <a:endParaRPr lang="en-US" b="1" dirty="0"/>
          </a:p>
          <a:p>
            <a:pPr lvl="1"/>
            <a:r>
              <a:rPr lang="en-US" b="1" dirty="0"/>
              <a:t>New API</a:t>
            </a:r>
            <a:r>
              <a:rPr lang="en-US" dirty="0"/>
              <a:t>, some Unix like system doesn’t support.</a:t>
            </a:r>
          </a:p>
          <a:p>
            <a:pPr lvl="1"/>
            <a:r>
              <a:rPr lang="en-US" dirty="0"/>
              <a:t>Can use to </a:t>
            </a:r>
            <a:r>
              <a:rPr lang="en-US" b="1" dirty="0"/>
              <a:t>write in file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7341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3111" b="13111"/>
          <a:stretch>
            <a:fillRect/>
          </a:stretch>
        </p:blipFill>
        <p:spPr>
          <a:xfrm>
            <a:off x="2291750" y="1062226"/>
            <a:ext cx="4539356" cy="2449812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err="1"/>
              <a:t>mmap</a:t>
            </a:r>
            <a:r>
              <a:rPr lang="en-US" b="1" dirty="0"/>
              <a:t> API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6707188" cy="6445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98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Sequence diagram to share memory via </a:t>
            </a:r>
            <a:r>
              <a:rPr lang="en-US" sz="2400" dirty="0" err="1"/>
              <a:t>mmap</a:t>
            </a:r>
            <a:r>
              <a:rPr lang="en-US" sz="2400" dirty="0"/>
              <a:t> API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540533"/>
              </p:ext>
            </p:extLst>
          </p:nvPr>
        </p:nvGraphicFramePr>
        <p:xfrm>
          <a:off x="457200" y="870857"/>
          <a:ext cx="8229600" cy="3723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2943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file fd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#include &lt;sys/</a:t>
            </a:r>
            <a:r>
              <a:rPr lang="en-US" b="1" dirty="0" err="1"/>
              <a:t>shm.h</a:t>
            </a:r>
            <a:r>
              <a:rPr lang="en-US" b="1" dirty="0"/>
              <a:t>&gt;</a:t>
            </a:r>
          </a:p>
          <a:p>
            <a:r>
              <a:rPr lang="en-US" dirty="0"/>
              <a:t>int </a:t>
            </a:r>
            <a:r>
              <a:rPr lang="en-US" dirty="0" err="1"/>
              <a:t>shm_fd</a:t>
            </a:r>
            <a:r>
              <a:rPr lang="en-US" dirty="0"/>
              <a:t> = </a:t>
            </a:r>
            <a:r>
              <a:rPr lang="en-US" b="1" dirty="0" err="1"/>
              <a:t>shm_open</a:t>
            </a:r>
            <a:r>
              <a:rPr lang="en-US" dirty="0"/>
              <a:t>(const char *name, O_CREAT | O_RDRW, 0666)</a:t>
            </a:r>
          </a:p>
          <a:p>
            <a:pPr lvl="1"/>
            <a:r>
              <a:rPr lang="vi-VN" dirty="0"/>
              <a:t>Create </a:t>
            </a:r>
            <a:r>
              <a:rPr lang="vi-VN" b="1" dirty="0"/>
              <a:t>file fd</a:t>
            </a:r>
            <a:r>
              <a:rPr lang="vi-VN" dirty="0"/>
              <a:t> để </a:t>
            </a:r>
            <a:r>
              <a:rPr lang="vi-VN" b="1" dirty="0"/>
              <a:t>định danh </a:t>
            </a:r>
            <a:r>
              <a:rPr lang="vi-VN" dirty="0"/>
              <a:t>cho </a:t>
            </a:r>
            <a:r>
              <a:rPr lang="vi-VN" b="1" dirty="0"/>
              <a:t>vùng shared memory</a:t>
            </a:r>
            <a:r>
              <a:rPr lang="vi-VN" dirty="0"/>
              <a:t>. </a:t>
            </a:r>
            <a:r>
              <a:rPr lang="vi-VN" b="1" dirty="0"/>
              <a:t>File fd có thể tạo ra bằng </a:t>
            </a:r>
            <a:r>
              <a:rPr lang="vi-VN" dirty="0"/>
              <a:t>cách </a:t>
            </a:r>
            <a:r>
              <a:rPr lang="vi-VN" b="1" dirty="0"/>
              <a:t>open file </a:t>
            </a:r>
            <a:r>
              <a:rPr lang="vi-VN" dirty="0"/>
              <a:t>bình thường, khi đó </a:t>
            </a:r>
            <a:r>
              <a:rPr lang="vi-VN" b="1" dirty="0"/>
              <a:t>đọc ghi vào fd </a:t>
            </a:r>
            <a:r>
              <a:rPr lang="vi-VN" dirty="0"/>
              <a:t>sẽ ghi vào file.</a:t>
            </a:r>
            <a:endParaRPr lang="en-US" dirty="0"/>
          </a:p>
          <a:p>
            <a:pPr lvl="1"/>
            <a:r>
              <a:rPr lang="vi-VN" b="1" dirty="0"/>
              <a:t>Nếu dùng fd để open(/dev/mem) </a:t>
            </a:r>
            <a:r>
              <a:rPr lang="vi-VN" dirty="0"/>
              <a:t>thì </a:t>
            </a:r>
            <a:r>
              <a:rPr lang="vi-VN" b="1" dirty="0"/>
              <a:t>file fd </a:t>
            </a:r>
            <a:r>
              <a:rPr lang="vi-VN" dirty="0"/>
              <a:t>sẽ đại </a:t>
            </a:r>
            <a:r>
              <a:rPr lang="vi-VN" b="1" dirty="0"/>
              <a:t>diện cho vùng nhớ vật lý</a:t>
            </a:r>
            <a:r>
              <a:rPr lang="vi-VN" dirty="0"/>
              <a:t>. Kỹ thuật này được </a:t>
            </a:r>
            <a:r>
              <a:rPr lang="vi-VN" b="1" dirty="0"/>
              <a:t>dùng</a:t>
            </a:r>
            <a:r>
              <a:rPr lang="vi-VN" dirty="0"/>
              <a:t> để </a:t>
            </a:r>
            <a:r>
              <a:rPr lang="vi-VN" b="1" dirty="0"/>
              <a:t>tương tác </a:t>
            </a:r>
            <a:r>
              <a:rPr lang="vi-VN" dirty="0"/>
              <a:t>với</a:t>
            </a:r>
            <a:r>
              <a:rPr lang="vi-VN" b="1" dirty="0"/>
              <a:t> thanh ghi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90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memory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 </a:t>
            </a:r>
            <a:r>
              <a:rPr lang="en-US" b="1" dirty="0" err="1"/>
              <a:t>ftruncate</a:t>
            </a:r>
            <a:r>
              <a:rPr lang="en-US" dirty="0"/>
              <a:t>(int fd, </a:t>
            </a:r>
            <a:r>
              <a:rPr lang="en-US" dirty="0" err="1"/>
              <a:t>off_t</a:t>
            </a:r>
            <a:r>
              <a:rPr lang="en-US" dirty="0"/>
              <a:t> length)</a:t>
            </a:r>
          </a:p>
          <a:p>
            <a:pPr lvl="1"/>
            <a:r>
              <a:rPr lang="vi-VN" b="1" dirty="0"/>
              <a:t>Nếu file không tồn tại </a:t>
            </a:r>
            <a:r>
              <a:rPr lang="vi-VN" dirty="0"/>
              <a:t>thì sẽ </a:t>
            </a:r>
            <a:r>
              <a:rPr lang="vi-VN" b="1" dirty="0"/>
              <a:t>set memory size </a:t>
            </a:r>
            <a:r>
              <a:rPr lang="vi-VN" dirty="0"/>
              <a:t>cho vùng nhớ </a:t>
            </a:r>
            <a:r>
              <a:rPr lang="vi-VN" b="1" dirty="0"/>
              <a:t>được định danh bởi file fd</a:t>
            </a:r>
            <a:endParaRPr lang="en-US" b="1" dirty="0"/>
          </a:p>
          <a:p>
            <a:pPr lvl="1"/>
            <a:r>
              <a:rPr lang="vi-VN" b="1" dirty="0"/>
              <a:t>Nếu</a:t>
            </a:r>
            <a:r>
              <a:rPr lang="vi-VN" dirty="0"/>
              <a:t> </a:t>
            </a:r>
            <a:r>
              <a:rPr lang="vi-VN" b="1" dirty="0"/>
              <a:t>file</a:t>
            </a:r>
            <a:r>
              <a:rPr lang="vi-VN" dirty="0"/>
              <a:t> </a:t>
            </a:r>
            <a:r>
              <a:rPr lang="vi-VN" b="1" dirty="0"/>
              <a:t>tồn tại </a:t>
            </a:r>
            <a:r>
              <a:rPr lang="vi-VN" dirty="0"/>
              <a:t>thì sẽ </a:t>
            </a:r>
            <a:r>
              <a:rPr lang="vi-VN" b="1" dirty="0"/>
              <a:t>set kích thước mới </a:t>
            </a:r>
            <a:r>
              <a:rPr lang="vi-VN" dirty="0"/>
              <a:t>cho </a:t>
            </a:r>
            <a:r>
              <a:rPr lang="vi-VN" b="1" dirty="0"/>
              <a:t>file</a:t>
            </a:r>
            <a:endParaRPr lang="en-US" b="1" dirty="0"/>
          </a:p>
          <a:p>
            <a:pPr lvl="1"/>
            <a:r>
              <a:rPr lang="en-US" b="1" dirty="0"/>
              <a:t>Nếu</a:t>
            </a:r>
            <a:r>
              <a:rPr lang="en-US" dirty="0"/>
              <a:t> </a:t>
            </a:r>
            <a:r>
              <a:rPr lang="en-US" b="1" dirty="0"/>
              <a:t>fd</a:t>
            </a:r>
            <a:r>
              <a:rPr lang="en-US" dirty="0"/>
              <a:t> </a:t>
            </a:r>
            <a:r>
              <a:rPr lang="en-US" b="1" dirty="0" err="1"/>
              <a:t>trỏ</a:t>
            </a:r>
            <a:r>
              <a:rPr lang="en-US" dirty="0"/>
              <a:t> </a:t>
            </a:r>
            <a:r>
              <a:rPr lang="en-US" b="1" dirty="0" err="1"/>
              <a:t>vào</a:t>
            </a:r>
            <a:r>
              <a:rPr lang="en-US" dirty="0"/>
              <a:t> </a:t>
            </a:r>
            <a:r>
              <a:rPr lang="en-US" b="1" dirty="0"/>
              <a:t>/dev/mem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b="1" dirty="0"/>
              <a:t>không</a:t>
            </a:r>
            <a:r>
              <a:rPr lang="en-US" dirty="0"/>
              <a:t> </a:t>
            </a:r>
            <a:r>
              <a:rPr lang="en-US" b="1" dirty="0"/>
              <a:t>cần</a:t>
            </a:r>
            <a:r>
              <a:rPr lang="en-US" dirty="0"/>
              <a:t> </a:t>
            </a:r>
            <a:r>
              <a:rPr lang="en-US" b="1" dirty="0"/>
              <a:t>set</a:t>
            </a:r>
            <a:r>
              <a:rPr lang="en-US" dirty="0"/>
              <a:t> </a:t>
            </a:r>
            <a:r>
              <a:rPr lang="en-US" b="1" dirty="0"/>
              <a:t>memory size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36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shared mem to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*</a:t>
            </a:r>
            <a:r>
              <a:rPr lang="en-US" b="1" dirty="0" err="1"/>
              <a:t>mmap</a:t>
            </a:r>
            <a:r>
              <a:rPr lang="en-US" dirty="0"/>
              <a:t>(void *</a:t>
            </a:r>
            <a:r>
              <a:rPr lang="en-US" dirty="0" err="1"/>
              <a:t>addr</a:t>
            </a:r>
            <a:r>
              <a:rPr lang="en-US" dirty="0"/>
              <a:t>, size_t length, int </a:t>
            </a:r>
            <a:r>
              <a:rPr lang="en-US" dirty="0" err="1"/>
              <a:t>prot</a:t>
            </a:r>
            <a:r>
              <a:rPr lang="en-US" dirty="0"/>
              <a:t>, int flags, int fd, </a:t>
            </a:r>
            <a:r>
              <a:rPr lang="en-US" dirty="0" err="1"/>
              <a:t>off_t</a:t>
            </a:r>
            <a:r>
              <a:rPr lang="en-US" dirty="0"/>
              <a:t> offset)</a:t>
            </a:r>
          </a:p>
          <a:p>
            <a:pPr lvl="1"/>
            <a:r>
              <a:rPr lang="en-US" b="1" dirty="0" err="1"/>
              <a:t>addr</a:t>
            </a:r>
            <a:r>
              <a:rPr lang="en-US" dirty="0"/>
              <a:t> là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b="1" dirty="0"/>
              <a:t>start virtual </a:t>
            </a:r>
            <a:r>
              <a:rPr lang="en-US" dirty="0"/>
              <a:t>để</a:t>
            </a:r>
            <a:r>
              <a:rPr lang="en-US" b="1" dirty="0"/>
              <a:t> </a:t>
            </a:r>
            <a:r>
              <a:rPr lang="en-US" dirty="0"/>
              <a:t>tìm </a:t>
            </a:r>
            <a:r>
              <a:rPr lang="en-US" b="1" dirty="0" err="1"/>
              <a:t>kiếm</a:t>
            </a:r>
            <a:r>
              <a:rPr lang="en-US" b="1" dirty="0"/>
              <a:t> </a:t>
            </a:r>
            <a:r>
              <a:rPr lang="en-US" b="1" dirty="0" err="1"/>
              <a:t>vùng</a:t>
            </a:r>
            <a:r>
              <a:rPr lang="en-US" b="1" dirty="0"/>
              <a:t> mapping</a:t>
            </a:r>
          </a:p>
          <a:p>
            <a:pPr lvl="1"/>
            <a:r>
              <a:rPr lang="en-US" b="1" dirty="0" err="1"/>
              <a:t>prot</a:t>
            </a:r>
            <a:r>
              <a:rPr lang="en-US" dirty="0"/>
              <a:t> sẽ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b="1" dirty="0"/>
              <a:t>permission</a:t>
            </a:r>
            <a:r>
              <a:rPr lang="en-US" dirty="0"/>
              <a:t> của </a:t>
            </a:r>
            <a:r>
              <a:rPr lang="en-US" b="1" dirty="0"/>
              <a:t>shared memory</a:t>
            </a:r>
          </a:p>
          <a:p>
            <a:pPr lvl="1"/>
            <a:r>
              <a:rPr lang="en-US" b="1" dirty="0"/>
              <a:t>flag</a:t>
            </a:r>
            <a:r>
              <a:rPr lang="en-US" dirty="0"/>
              <a:t> sẽ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b="1" dirty="0" err="1"/>
              <a:t>thuộc</a:t>
            </a:r>
            <a:r>
              <a:rPr lang="en-US" b="1" dirty="0"/>
              <a:t> tính </a:t>
            </a:r>
            <a:r>
              <a:rPr lang="en-US" dirty="0"/>
              <a:t>của shared memory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1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Unmap</a:t>
            </a:r>
            <a:r>
              <a:rPr lang="en-US" dirty="0"/>
              <a:t> shared mem to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</a:t>
            </a:r>
            <a:r>
              <a:rPr lang="en-US" b="1" dirty="0" err="1"/>
              <a:t>munmap</a:t>
            </a:r>
            <a:r>
              <a:rPr lang="en-US" dirty="0"/>
              <a:t>(void *</a:t>
            </a:r>
            <a:r>
              <a:rPr lang="en-US" dirty="0" err="1"/>
              <a:t>addr</a:t>
            </a:r>
            <a:r>
              <a:rPr lang="en-US" dirty="0"/>
              <a:t>, size_t length)</a:t>
            </a:r>
          </a:p>
          <a:p>
            <a:pPr lvl="1"/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b="1" dirty="0" err="1"/>
              <a:t>unmap</a:t>
            </a:r>
            <a:r>
              <a:rPr lang="en-US" dirty="0"/>
              <a:t> </a:t>
            </a:r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virtual </a:t>
            </a:r>
            <a:r>
              <a:rPr lang="en-US" dirty="0"/>
              <a:t>của </a:t>
            </a:r>
            <a:r>
              <a:rPr lang="en-US" b="1" dirty="0" err="1"/>
              <a:t>vùng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b="1" dirty="0" err="1"/>
              <a:t>khỏi</a:t>
            </a:r>
            <a:r>
              <a:rPr lang="en-US" b="1" dirty="0"/>
              <a:t> address space </a:t>
            </a:r>
            <a:r>
              <a:rPr lang="en-US" dirty="0"/>
              <a:t>của</a:t>
            </a:r>
            <a:r>
              <a:rPr lang="en-US" b="1" dirty="0"/>
              <a:t> process</a:t>
            </a:r>
            <a:r>
              <a:rPr lang="en-US" dirty="0"/>
              <a:t>, </a:t>
            </a:r>
            <a:r>
              <a:rPr lang="en-US" b="1" dirty="0" err="1"/>
              <a:t>vùng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physical không </a:t>
            </a:r>
            <a:r>
              <a:rPr lang="en-US" b="1" dirty="0" err="1"/>
              <a:t>bị</a:t>
            </a:r>
            <a:r>
              <a:rPr lang="en-US" b="1" dirty="0"/>
              <a:t> free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13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the shared memory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</a:t>
            </a:r>
            <a:r>
              <a:rPr lang="en-US" b="1" dirty="0" err="1"/>
              <a:t>shm_unlink</a:t>
            </a:r>
            <a:r>
              <a:rPr lang="en-US" dirty="0"/>
              <a:t>(const char *name)</a:t>
            </a:r>
          </a:p>
          <a:p>
            <a:pPr lvl="1"/>
            <a:r>
              <a:rPr lang="en-US" b="1" dirty="0"/>
              <a:t>Remove</a:t>
            </a:r>
            <a:r>
              <a:rPr lang="en-US" dirty="0"/>
              <a:t> </a:t>
            </a:r>
            <a:r>
              <a:rPr lang="en-US" b="1" dirty="0"/>
              <a:t>object</a:t>
            </a:r>
            <a:r>
              <a:rPr lang="en-US" dirty="0"/>
              <a:t> </a:t>
            </a:r>
            <a:r>
              <a:rPr lang="en-US" b="1" dirty="0"/>
              <a:t>created by </a:t>
            </a:r>
            <a:r>
              <a:rPr lang="en-US" b="1" dirty="0" err="1"/>
              <a:t>shm_open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6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615" y="870858"/>
            <a:ext cx="4967475" cy="372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77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with mmap API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dụng chat client – server trên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. Sử dụng </a:t>
            </a:r>
            <a:r>
              <a:rPr lang="en-US" dirty="0" err="1"/>
              <a:t>mmap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. Các </a:t>
            </a:r>
            <a:r>
              <a:rPr lang="en-US" dirty="0" err="1"/>
              <a:t>đoạn</a:t>
            </a:r>
            <a:r>
              <a:rPr lang="en-US" dirty="0"/>
              <a:t> chat 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thoát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dụng sẽ được </a:t>
            </a:r>
            <a:r>
              <a:rPr lang="en-US" dirty="0" err="1"/>
              <a:t>lưu</a:t>
            </a:r>
            <a:r>
              <a:rPr lang="en-US" dirty="0"/>
              <a:t> lại trên file.</a:t>
            </a:r>
          </a:p>
          <a:p>
            <a:pPr lvl="1"/>
            <a:r>
              <a:rPr lang="en-US" dirty="0" err="1"/>
              <a:t>Gợi</a:t>
            </a:r>
            <a:r>
              <a:rPr lang="en-US" dirty="0"/>
              <a:t> ý: </a:t>
            </a:r>
            <a:r>
              <a:rPr lang="en-US" dirty="0" err="1"/>
              <a:t>Nên</a:t>
            </a:r>
            <a:r>
              <a:rPr lang="en-US" dirty="0"/>
              <a:t> define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độ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shared memory.</a:t>
            </a:r>
          </a:p>
        </p:txBody>
      </p:sp>
    </p:spTree>
    <p:extLst>
      <p:ext uri="{BB962C8B-B14F-4D97-AF65-F5344CB8AC3E}">
        <p14:creationId xmlns:p14="http://schemas.microsoft.com/office/powerpoint/2010/main" val="3499309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 err="1"/>
              <a:t>shm</a:t>
            </a:r>
            <a:r>
              <a:rPr lang="en-US" b="1" dirty="0"/>
              <a:t> API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6707188" cy="644525"/>
          </a:xfrm>
        </p:spPr>
        <p:txBody>
          <a:bodyPr/>
          <a:lstStyle/>
          <a:p>
            <a:r>
              <a:rPr lang="en-US" dirty="0" err="1"/>
              <a:t>shm</a:t>
            </a:r>
            <a:r>
              <a:rPr lang="en-US" dirty="0"/>
              <a:t> API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87" y="663447"/>
            <a:ext cx="5486401" cy="296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17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Sequence diagram to share memory via </a:t>
            </a:r>
            <a:r>
              <a:rPr lang="en-US" sz="2400" dirty="0" err="1"/>
              <a:t>shm</a:t>
            </a:r>
            <a:r>
              <a:rPr lang="en-US" sz="2400" dirty="0"/>
              <a:t> API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6592052"/>
              </p:ext>
            </p:extLst>
          </p:nvPr>
        </p:nvGraphicFramePr>
        <p:xfrm>
          <a:off x="457200" y="870857"/>
          <a:ext cx="8229600" cy="3723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81102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a unique key from string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#include &lt;sys/</a:t>
            </a:r>
            <a:r>
              <a:rPr lang="en-US" b="1" dirty="0" err="1"/>
              <a:t>types.h</a:t>
            </a:r>
            <a:r>
              <a:rPr lang="en-US" b="1" dirty="0"/>
              <a:t>&gt;</a:t>
            </a:r>
          </a:p>
          <a:p>
            <a:pPr lvl="0"/>
            <a:r>
              <a:rPr lang="en-US" b="1" dirty="0"/>
              <a:t>#include &lt;sys/</a:t>
            </a:r>
            <a:r>
              <a:rPr lang="en-US" b="1" dirty="0" err="1"/>
              <a:t>ipc.h</a:t>
            </a:r>
            <a:r>
              <a:rPr lang="en-US" b="1" dirty="0"/>
              <a:t>&gt;</a:t>
            </a:r>
          </a:p>
          <a:p>
            <a:pPr lvl="0"/>
            <a:r>
              <a:rPr lang="en-US" dirty="0" err="1"/>
              <a:t>key_t</a:t>
            </a:r>
            <a:r>
              <a:rPr lang="en-US" dirty="0"/>
              <a:t> </a:t>
            </a:r>
            <a:r>
              <a:rPr lang="en-US" b="1" dirty="0" err="1"/>
              <a:t>ftok</a:t>
            </a:r>
            <a:r>
              <a:rPr lang="en-US" dirty="0"/>
              <a:t>(const char *pathname, int </a:t>
            </a:r>
            <a:r>
              <a:rPr lang="en-US" dirty="0" err="1"/>
              <a:t>proj_id</a:t>
            </a:r>
            <a:r>
              <a:rPr lang="en-US" dirty="0"/>
              <a:t>);</a:t>
            </a:r>
          </a:p>
          <a:p>
            <a:pPr lvl="1"/>
            <a:r>
              <a:rPr lang="en-US" b="1" dirty="0"/>
              <a:t>convert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b="1" dirty="0"/>
              <a:t>pathname</a:t>
            </a:r>
            <a:r>
              <a:rPr lang="en-US" dirty="0"/>
              <a:t>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b="1" dirty="0"/>
              <a:t>a project identifier to a key</a:t>
            </a:r>
          </a:p>
        </p:txBody>
      </p:sp>
    </p:spTree>
    <p:extLst>
      <p:ext uri="{BB962C8B-B14F-4D97-AF65-F5344CB8AC3E}">
        <p14:creationId xmlns:p14="http://schemas.microsoft.com/office/powerpoint/2010/main" val="1566009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Alloc</a:t>
            </a:r>
            <a:r>
              <a:rPr lang="en-US" dirty="0"/>
              <a:t> physical memory from key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int </a:t>
            </a:r>
            <a:r>
              <a:rPr lang="en-US" b="1" dirty="0" err="1"/>
              <a:t>shmget</a:t>
            </a:r>
            <a:r>
              <a:rPr lang="en-US" dirty="0"/>
              <a:t>(</a:t>
            </a:r>
            <a:r>
              <a:rPr lang="en-US" dirty="0" err="1"/>
              <a:t>key_t</a:t>
            </a:r>
            <a:r>
              <a:rPr lang="en-US" dirty="0"/>
              <a:t> </a:t>
            </a:r>
            <a:r>
              <a:rPr lang="en-US" b="1" dirty="0"/>
              <a:t>key</a:t>
            </a:r>
            <a:r>
              <a:rPr lang="en-US" dirty="0"/>
              <a:t>, size_t </a:t>
            </a:r>
            <a:r>
              <a:rPr lang="en-US" b="1" dirty="0"/>
              <a:t>size</a:t>
            </a:r>
            <a:r>
              <a:rPr lang="en-US" dirty="0"/>
              <a:t>, int </a:t>
            </a:r>
            <a:r>
              <a:rPr lang="en-US" b="1" dirty="0" err="1"/>
              <a:t>shmflg</a:t>
            </a:r>
            <a:r>
              <a:rPr lang="en-US" dirty="0"/>
              <a:t>)</a:t>
            </a:r>
          </a:p>
          <a:p>
            <a:pPr lvl="1"/>
            <a:r>
              <a:rPr lang="en-US" b="1" dirty="0" err="1"/>
              <a:t>Cấp</a:t>
            </a:r>
            <a:r>
              <a:rPr lang="en-US" b="1" dirty="0"/>
              <a:t> </a:t>
            </a:r>
            <a:r>
              <a:rPr lang="en-US" b="1" dirty="0" err="1"/>
              <a:t>phát</a:t>
            </a:r>
            <a:r>
              <a:rPr lang="en-US" dirty="0"/>
              <a:t> </a:t>
            </a:r>
            <a:r>
              <a:rPr lang="en-US" b="1" dirty="0"/>
              <a:t>1 physical segment </a:t>
            </a:r>
            <a:r>
              <a:rPr lang="en-US" dirty="0"/>
              <a:t>cho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dùng để chia </a:t>
            </a:r>
            <a:r>
              <a:rPr lang="en-US" dirty="0" err="1"/>
              <a:t>sẻ</a:t>
            </a:r>
            <a:r>
              <a:rPr lang="en-US" dirty="0"/>
              <a:t>. Nếu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sẽ return id của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đó.</a:t>
            </a:r>
          </a:p>
          <a:p>
            <a:pPr lvl="0"/>
            <a:r>
              <a:rPr lang="en-US" b="1" dirty="0"/>
              <a:t>IPC_CREAT</a:t>
            </a:r>
          </a:p>
          <a:p>
            <a:pPr lvl="0"/>
            <a:r>
              <a:rPr lang="en-US" b="1" dirty="0"/>
              <a:t>PROT_READ</a:t>
            </a:r>
            <a:r>
              <a:rPr lang="en-US" dirty="0"/>
              <a:t> | </a:t>
            </a:r>
            <a:r>
              <a:rPr lang="en-US" b="1" dirty="0"/>
              <a:t>PROT_WRITE</a:t>
            </a:r>
          </a:p>
          <a:p>
            <a:pPr lvl="0"/>
            <a:r>
              <a:rPr lang="en-US" b="1" dirty="0"/>
              <a:t>Permission</a:t>
            </a:r>
            <a:r>
              <a:rPr lang="en-US" dirty="0"/>
              <a:t> like a file</a:t>
            </a:r>
          </a:p>
        </p:txBody>
      </p:sp>
    </p:spTree>
    <p:extLst>
      <p:ext uri="{BB962C8B-B14F-4D97-AF65-F5344CB8AC3E}">
        <p14:creationId xmlns:p14="http://schemas.microsoft.com/office/powerpoint/2010/main" val="1110986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Map shared memory to process address space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void *</a:t>
            </a:r>
            <a:r>
              <a:rPr lang="en-US" b="1" dirty="0" err="1"/>
              <a:t>shmat</a:t>
            </a:r>
            <a:r>
              <a:rPr lang="en-US" dirty="0"/>
              <a:t>(int </a:t>
            </a:r>
            <a:r>
              <a:rPr lang="en-US" b="1" dirty="0" err="1"/>
              <a:t>shmid</a:t>
            </a:r>
            <a:r>
              <a:rPr lang="en-US" dirty="0"/>
              <a:t>, const void *</a:t>
            </a:r>
            <a:r>
              <a:rPr lang="en-US" b="1" dirty="0" err="1"/>
              <a:t>shmaddr</a:t>
            </a:r>
            <a:r>
              <a:rPr lang="en-US" dirty="0"/>
              <a:t>, int </a:t>
            </a:r>
            <a:r>
              <a:rPr lang="en-US" b="1" dirty="0" err="1"/>
              <a:t>shmflg</a:t>
            </a:r>
            <a:r>
              <a:rPr lang="en-US" dirty="0"/>
              <a:t>);</a:t>
            </a:r>
          </a:p>
          <a:p>
            <a:pPr lvl="0"/>
            <a:r>
              <a:rPr lang="en-US" b="1" dirty="0" err="1"/>
              <a:t>shmaddr</a:t>
            </a:r>
            <a:r>
              <a:rPr lang="en-US" dirty="0"/>
              <a:t> sẽ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b="1" dirty="0"/>
              <a:t>start </a:t>
            </a:r>
            <a:r>
              <a:rPr lang="en-US" b="1" dirty="0" err="1"/>
              <a:t>virutal</a:t>
            </a:r>
            <a:r>
              <a:rPr lang="en-US" b="1" dirty="0"/>
              <a:t> address </a:t>
            </a:r>
            <a:r>
              <a:rPr lang="en-US" dirty="0"/>
              <a:t>để tìm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b="1" dirty="0"/>
              <a:t>mapping</a:t>
            </a:r>
          </a:p>
          <a:p>
            <a:pPr lvl="1"/>
            <a:r>
              <a:rPr lang="en-US" b="1" dirty="0" err="1"/>
              <a:t>shmaddr</a:t>
            </a:r>
            <a:r>
              <a:rPr lang="en-US" dirty="0"/>
              <a:t> should be </a:t>
            </a:r>
            <a:r>
              <a:rPr lang="en-US" b="1" dirty="0"/>
              <a:t>NULL</a:t>
            </a:r>
          </a:p>
          <a:p>
            <a:r>
              <a:rPr lang="en-US" b="1" dirty="0" err="1"/>
              <a:t>Shmflg</a:t>
            </a:r>
            <a:endParaRPr lang="en-US" b="1" dirty="0"/>
          </a:p>
          <a:p>
            <a:pPr lvl="1"/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quyền</a:t>
            </a:r>
            <a:r>
              <a:rPr lang="en-US" b="1" dirty="0"/>
              <a:t> </a:t>
            </a:r>
            <a:r>
              <a:rPr lang="en-US" dirty="0"/>
              <a:t>của </a:t>
            </a:r>
            <a:r>
              <a:rPr lang="en-US" b="1" dirty="0"/>
              <a:t>process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b="1" dirty="0"/>
              <a:t>mapping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b="1" dirty="0"/>
              <a:t>shared memory</a:t>
            </a:r>
          </a:p>
          <a:p>
            <a:pPr lvl="1"/>
            <a:r>
              <a:rPr lang="en-US" b="1" dirty="0"/>
              <a:t>SHM_RDONLY</a:t>
            </a:r>
          </a:p>
        </p:txBody>
      </p:sp>
    </p:spTree>
    <p:extLst>
      <p:ext uri="{BB962C8B-B14F-4D97-AF65-F5344CB8AC3E}">
        <p14:creationId xmlns:p14="http://schemas.microsoft.com/office/powerpoint/2010/main" val="3750555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/>
              <a:t>Unmap</a:t>
            </a:r>
            <a:r>
              <a:rPr lang="en-US" sz="2400" dirty="0"/>
              <a:t> shared memory in process address space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int </a:t>
            </a:r>
            <a:r>
              <a:rPr lang="en-US" b="1" dirty="0" err="1"/>
              <a:t>shmdt</a:t>
            </a:r>
            <a:r>
              <a:rPr lang="en-US" dirty="0"/>
              <a:t>(const void *</a:t>
            </a:r>
            <a:r>
              <a:rPr lang="en-US" dirty="0" err="1"/>
              <a:t>shmaddr</a:t>
            </a:r>
            <a:r>
              <a:rPr lang="en-US" dirty="0"/>
              <a:t>)</a:t>
            </a:r>
          </a:p>
          <a:p>
            <a:pPr lvl="1"/>
            <a:r>
              <a:rPr lang="en-US" b="1" dirty="0" err="1"/>
              <a:t>Unmap</a:t>
            </a:r>
            <a:r>
              <a:rPr lang="en-US" dirty="0"/>
              <a:t> </a:t>
            </a:r>
            <a:r>
              <a:rPr lang="en-US" b="1" dirty="0"/>
              <a:t>virtual address </a:t>
            </a:r>
            <a:r>
              <a:rPr lang="en-US" dirty="0"/>
              <a:t>của </a:t>
            </a:r>
            <a:r>
              <a:rPr lang="en-US" b="1" dirty="0"/>
              <a:t>shared memory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b="1" dirty="0"/>
              <a:t>address space </a:t>
            </a:r>
            <a:r>
              <a:rPr lang="en-US" dirty="0"/>
              <a:t>của </a:t>
            </a:r>
            <a:r>
              <a:rPr lang="en-US" b="1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3633968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Destroy shared memory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int </a:t>
            </a:r>
            <a:r>
              <a:rPr lang="en-US" b="1" dirty="0" err="1"/>
              <a:t>shmctl</a:t>
            </a:r>
            <a:r>
              <a:rPr lang="en-US" dirty="0"/>
              <a:t>(int </a:t>
            </a:r>
            <a:r>
              <a:rPr lang="en-US" dirty="0" err="1"/>
              <a:t>shmid</a:t>
            </a:r>
            <a:r>
              <a:rPr lang="en-US" dirty="0"/>
              <a:t>, int </a:t>
            </a:r>
            <a:r>
              <a:rPr lang="en-US" dirty="0" err="1"/>
              <a:t>cmd</a:t>
            </a:r>
            <a:r>
              <a:rPr lang="en-US" dirty="0"/>
              <a:t>,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shmid_ds</a:t>
            </a:r>
            <a:r>
              <a:rPr lang="en-US" dirty="0"/>
              <a:t> *buf)</a:t>
            </a:r>
          </a:p>
          <a:p>
            <a:pPr lvl="1"/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tác trong tham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cmd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shmid</a:t>
            </a:r>
            <a:endParaRPr lang="en-US" dirty="0"/>
          </a:p>
          <a:p>
            <a:pPr lvl="0"/>
            <a:r>
              <a:rPr lang="en-US" b="1" dirty="0"/>
              <a:t>IPC_RMID</a:t>
            </a:r>
          </a:p>
          <a:p>
            <a:pPr lvl="1"/>
            <a:r>
              <a:rPr lang="vi-VN" dirty="0"/>
              <a:t>Nếu </a:t>
            </a:r>
            <a:r>
              <a:rPr lang="vi-VN" b="1" dirty="0"/>
              <a:t>cmd</a:t>
            </a:r>
            <a:r>
              <a:rPr lang="vi-VN" dirty="0"/>
              <a:t> </a:t>
            </a:r>
            <a:r>
              <a:rPr lang="vi-VN" b="1" dirty="0"/>
              <a:t>truyền</a:t>
            </a:r>
            <a:r>
              <a:rPr lang="vi-VN" dirty="0"/>
              <a:t> </a:t>
            </a:r>
            <a:r>
              <a:rPr lang="vi-VN" b="1" dirty="0"/>
              <a:t>vào</a:t>
            </a:r>
            <a:r>
              <a:rPr lang="vi-VN" dirty="0"/>
              <a:t> là </a:t>
            </a:r>
            <a:r>
              <a:rPr lang="vi-VN" b="1" dirty="0"/>
              <a:t>IPC_RMID</a:t>
            </a:r>
            <a:r>
              <a:rPr lang="vi-VN" dirty="0"/>
              <a:t> thì </a:t>
            </a:r>
            <a:r>
              <a:rPr lang="vi-VN" b="1" dirty="0"/>
              <a:t>vùng</a:t>
            </a:r>
            <a:r>
              <a:rPr lang="vi-VN" dirty="0"/>
              <a:t> </a:t>
            </a:r>
            <a:r>
              <a:rPr lang="vi-VN" b="1" dirty="0"/>
              <a:t>shared memory</a:t>
            </a:r>
            <a:r>
              <a:rPr lang="vi-VN" dirty="0"/>
              <a:t> sẽ </a:t>
            </a:r>
            <a:r>
              <a:rPr lang="vi-VN" b="1" dirty="0"/>
              <a:t>được đánh giấu </a:t>
            </a:r>
            <a:r>
              <a:rPr lang="vi-VN" dirty="0"/>
              <a:t>cần phải </a:t>
            </a:r>
            <a:r>
              <a:rPr lang="vi-VN" b="1" dirty="0"/>
              <a:t>destroy</a:t>
            </a:r>
            <a:r>
              <a:rPr lang="vi-VN" dirty="0"/>
              <a:t>. </a:t>
            </a:r>
            <a:r>
              <a:rPr lang="vi-VN" b="1" dirty="0"/>
              <a:t>Sau khi process cuối cùng detach khỏi vùng nhớ </a:t>
            </a:r>
            <a:r>
              <a:rPr lang="vi-VN" dirty="0"/>
              <a:t>thì </a:t>
            </a:r>
            <a:r>
              <a:rPr lang="vi-VN" b="1" dirty="0"/>
              <a:t>os</a:t>
            </a:r>
            <a:r>
              <a:rPr lang="vi-VN" dirty="0"/>
              <a:t> sẽ </a:t>
            </a:r>
            <a:r>
              <a:rPr lang="vi-VN" b="1" dirty="0"/>
              <a:t>free</a:t>
            </a:r>
            <a:r>
              <a:rPr lang="vi-VN" dirty="0"/>
              <a:t> </a:t>
            </a:r>
            <a:r>
              <a:rPr lang="vi-VN" b="1" dirty="0"/>
              <a:t>nó</a:t>
            </a:r>
            <a:r>
              <a:rPr lang="vi-VN" dirty="0"/>
              <a:t> </a:t>
            </a:r>
            <a:r>
              <a:rPr lang="vi-VN" b="1" dirty="0"/>
              <a:t>đi</a:t>
            </a:r>
            <a:r>
              <a:rPr lang="vi-V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442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code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3047" y="802382"/>
            <a:ext cx="4077905" cy="372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02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with shm API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Viết</a:t>
            </a:r>
            <a:r>
              <a:rPr lang="en-US" dirty="0"/>
              <a:t> lại</a:t>
            </a:r>
            <a:r>
              <a:rPr lang="en-US" b="1" dirty="0"/>
              <a:t> </a:t>
            </a:r>
            <a:r>
              <a:rPr lang="en-US" b="1" dirty="0" err="1"/>
              <a:t>ứng</a:t>
            </a:r>
            <a:r>
              <a:rPr lang="en-US" b="1" dirty="0"/>
              <a:t> dụng chat client server </a:t>
            </a:r>
            <a:r>
              <a:rPr lang="en-US" b="1" dirty="0" err="1"/>
              <a:t>chạy</a:t>
            </a:r>
            <a:r>
              <a:rPr lang="en-US" dirty="0"/>
              <a:t> trên </a:t>
            </a:r>
            <a:r>
              <a:rPr lang="en-US" b="1" dirty="0" err="1"/>
              <a:t>cùng</a:t>
            </a:r>
            <a:r>
              <a:rPr lang="en-US" dirty="0"/>
              <a:t> </a:t>
            </a:r>
            <a:r>
              <a:rPr lang="en-US" b="1" dirty="0"/>
              <a:t>1 </a:t>
            </a:r>
            <a:r>
              <a:rPr lang="en-US" b="1" dirty="0" err="1"/>
              <a:t>máy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dirty="0"/>
              <a:t>. Sử dụng </a:t>
            </a:r>
            <a:r>
              <a:rPr lang="en-US" b="1" dirty="0"/>
              <a:t>shared memory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r>
              <a:rPr lang="en-US" b="1" dirty="0"/>
              <a:t> với </a:t>
            </a:r>
            <a:r>
              <a:rPr lang="en-US" b="1" dirty="0" err="1"/>
              <a:t>nhau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9228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Compare shm and mmap API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Shm</a:t>
            </a:r>
            <a:r>
              <a:rPr lang="en-US" dirty="0"/>
              <a:t>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Mmap</a:t>
            </a:r>
            <a:r>
              <a:rPr lang="en-US" dirty="0"/>
              <a:t>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0212"/>
            <a:ext cx="3899647" cy="8857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941" y="1340212"/>
            <a:ext cx="3845860" cy="80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83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Home 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b="1" dirty="0" err="1"/>
              <a:t>chương</a:t>
            </a:r>
            <a:r>
              <a:rPr lang="en-US" b="1" dirty="0"/>
              <a:t> trình</a:t>
            </a:r>
            <a:r>
              <a:rPr lang="en-US" dirty="0"/>
              <a:t> </a:t>
            </a:r>
            <a:r>
              <a:rPr lang="en-US" b="1" dirty="0" err="1"/>
              <a:t>giả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b="1" dirty="0"/>
              <a:t>client server</a:t>
            </a:r>
            <a:r>
              <a:rPr lang="en-US" dirty="0"/>
              <a:t>. </a:t>
            </a:r>
            <a:r>
              <a:rPr lang="en-US" dirty="0" err="1"/>
              <a:t>Giữa</a:t>
            </a:r>
            <a:r>
              <a:rPr lang="en-US" b="1" dirty="0"/>
              <a:t> 2 </a:t>
            </a:r>
            <a:r>
              <a:rPr lang="en-US" b="1" dirty="0" err="1"/>
              <a:t>chương</a:t>
            </a:r>
            <a:r>
              <a:rPr lang="en-US" b="1" dirty="0"/>
              <a:t> trình</a:t>
            </a:r>
            <a:r>
              <a:rPr lang="en-US" dirty="0"/>
              <a:t> </a:t>
            </a:r>
            <a:r>
              <a:rPr lang="en-US" b="1" dirty="0"/>
              <a:t>chia </a:t>
            </a:r>
            <a:r>
              <a:rPr lang="en-US" b="1" dirty="0" err="1"/>
              <a:t>sẻ</a:t>
            </a:r>
            <a:r>
              <a:rPr lang="en-US" b="1" dirty="0"/>
              <a:t> </a:t>
            </a:r>
            <a:r>
              <a:rPr lang="en-US" dirty="0"/>
              <a:t>chung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b="1" dirty="0"/>
              <a:t>1 </a:t>
            </a:r>
            <a:r>
              <a:rPr lang="en-US" b="1" dirty="0" err="1"/>
              <a:t>vùng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data được</a:t>
            </a:r>
            <a:r>
              <a:rPr lang="en-US" b="1" dirty="0"/>
              <a:t> </a:t>
            </a:r>
            <a:r>
              <a:rPr lang="en-US" b="1" dirty="0" err="1"/>
              <a:t>tạo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b="1" dirty="0"/>
              <a:t> </a:t>
            </a:r>
            <a:r>
              <a:rPr lang="en-US" b="1" dirty="0" err="1"/>
              <a:t>bởi</a:t>
            </a:r>
            <a:r>
              <a:rPr lang="en-US" b="1" dirty="0"/>
              <a:t> server</a:t>
            </a:r>
            <a:r>
              <a:rPr lang="en-US" dirty="0"/>
              <a:t>). </a:t>
            </a:r>
            <a:r>
              <a:rPr lang="en-US" b="1" dirty="0"/>
              <a:t>Data</a:t>
            </a:r>
            <a:r>
              <a:rPr lang="en-US" dirty="0"/>
              <a:t> được </a:t>
            </a:r>
            <a:r>
              <a:rPr lang="en-US" b="1" dirty="0"/>
              <a:t>define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b="1" dirty="0" err="1"/>
              <a:t>struct</a:t>
            </a:r>
            <a:r>
              <a:rPr lang="en-US" dirty="0"/>
              <a:t> sau:</a:t>
            </a:r>
          </a:p>
          <a:p>
            <a:pPr marL="457200" lvl="1" indent="0">
              <a:buNone/>
            </a:pPr>
            <a:r>
              <a:rPr lang="en-US" sz="1400" b="1" dirty="0" err="1"/>
              <a:t>Struct</a:t>
            </a:r>
            <a:r>
              <a:rPr lang="en-US" sz="1400" b="1" dirty="0"/>
              <a:t> data {</a:t>
            </a:r>
          </a:p>
          <a:p>
            <a:pPr marL="457200" lvl="1" indent="0">
              <a:buNone/>
            </a:pPr>
            <a:r>
              <a:rPr lang="en-US" sz="1400" b="1" dirty="0"/>
              <a:t>	char name[25];</a:t>
            </a:r>
          </a:p>
          <a:p>
            <a:pPr marL="457200" lvl="1" indent="0">
              <a:buNone/>
            </a:pPr>
            <a:r>
              <a:rPr lang="en-US" sz="1400" b="1" dirty="0"/>
              <a:t>	int </a:t>
            </a:r>
            <a:r>
              <a:rPr lang="en-US" sz="1400" b="1" dirty="0" err="1"/>
              <a:t>tuoi</a:t>
            </a:r>
            <a:r>
              <a:rPr lang="en-US" sz="1400" b="1" dirty="0"/>
              <a:t>;</a:t>
            </a:r>
          </a:p>
          <a:p>
            <a:pPr marL="457200" lvl="1" indent="0">
              <a:buNone/>
            </a:pPr>
            <a:r>
              <a:rPr lang="en-US" sz="1400" b="1" dirty="0"/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Đa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thời gian, server </a:t>
            </a:r>
            <a:r>
              <a:rPr lang="en-US" dirty="0"/>
              <a:t>sẽ</a:t>
            </a:r>
            <a:r>
              <a:rPr lang="en-US" b="1" dirty="0"/>
              <a:t> </a:t>
            </a:r>
            <a:r>
              <a:rPr lang="en-US" b="1" dirty="0" err="1"/>
              <a:t>ngủ</a:t>
            </a:r>
            <a:r>
              <a:rPr lang="en-US" dirty="0"/>
              <a:t>. </a:t>
            </a:r>
            <a:r>
              <a:rPr lang="en-US" b="1" dirty="0"/>
              <a:t>Client </a:t>
            </a:r>
            <a:r>
              <a:rPr lang="en-US" dirty="0"/>
              <a:t>sẽ</a:t>
            </a:r>
            <a:r>
              <a:rPr lang="en-US" b="1" dirty="0"/>
              <a:t> </a:t>
            </a:r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 user </a:t>
            </a:r>
            <a:r>
              <a:rPr lang="en-US" b="1" dirty="0" err="1"/>
              <a:t>nhập</a:t>
            </a:r>
            <a:r>
              <a:rPr lang="en-US" b="1" dirty="0"/>
              <a:t> thông tin </a:t>
            </a:r>
            <a:r>
              <a:rPr lang="en-US" b="1" dirty="0" err="1"/>
              <a:t>tên</a:t>
            </a:r>
            <a:r>
              <a:rPr lang="en-US" b="1" dirty="0"/>
              <a:t>, </a:t>
            </a:r>
            <a:r>
              <a:rPr lang="en-US" b="1" dirty="0" err="1"/>
              <a:t>tuổi</a:t>
            </a:r>
            <a:r>
              <a:rPr lang="en-US" dirty="0"/>
              <a:t>. 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b="1" dirty="0" err="1"/>
              <a:t>xong</a:t>
            </a:r>
            <a:r>
              <a:rPr lang="en-US" b="1" dirty="0"/>
              <a:t> client </a:t>
            </a:r>
            <a:r>
              <a:rPr lang="en-US" dirty="0"/>
              <a:t>sẽ</a:t>
            </a:r>
            <a:r>
              <a:rPr lang="en-US" b="1" dirty="0"/>
              <a:t> gửi signal </a:t>
            </a:r>
            <a:r>
              <a:rPr lang="en-US" dirty="0" err="1"/>
              <a:t>để</a:t>
            </a:r>
            <a:r>
              <a:rPr lang="en-US" b="1" dirty="0"/>
              <a:t> wake up server </a:t>
            </a:r>
            <a:r>
              <a:rPr lang="en-US" b="1" dirty="0" err="1"/>
              <a:t>dậy</a:t>
            </a:r>
            <a:r>
              <a:rPr lang="en-US" dirty="0"/>
              <a:t>. </a:t>
            </a:r>
            <a:r>
              <a:rPr lang="en-US" b="1" dirty="0"/>
              <a:t>Server </a:t>
            </a:r>
            <a:r>
              <a:rPr lang="en-US" b="1" dirty="0" err="1"/>
              <a:t>khi</a:t>
            </a:r>
            <a:r>
              <a:rPr lang="en-US" b="1" dirty="0"/>
              <a:t> </a:t>
            </a:r>
            <a:r>
              <a:rPr lang="en-US" b="1" dirty="0" err="1"/>
              <a:t>tỉnh</a:t>
            </a:r>
            <a:r>
              <a:rPr lang="en-US" b="1" dirty="0"/>
              <a:t> </a:t>
            </a:r>
            <a:r>
              <a:rPr lang="en-US" b="1" dirty="0" err="1"/>
              <a:t>dậy</a:t>
            </a:r>
            <a:r>
              <a:rPr lang="en-US" b="1" dirty="0"/>
              <a:t> </a:t>
            </a:r>
            <a:r>
              <a:rPr lang="en-US" dirty="0"/>
              <a:t>sẽ</a:t>
            </a:r>
            <a:r>
              <a:rPr lang="en-US" b="1" dirty="0"/>
              <a:t> lấy thông tin từ share memory và </a:t>
            </a:r>
            <a:r>
              <a:rPr lang="en-US" b="1" dirty="0" err="1"/>
              <a:t>ghi</a:t>
            </a:r>
            <a:r>
              <a:rPr lang="en-US" b="1" dirty="0"/>
              <a:t> </a:t>
            </a:r>
            <a:r>
              <a:rPr lang="en-US" b="1" dirty="0" err="1"/>
              <a:t>vào</a:t>
            </a:r>
            <a:r>
              <a:rPr lang="en-US" b="1" dirty="0"/>
              <a:t> log 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và client được </a:t>
            </a:r>
            <a:r>
              <a:rPr lang="en-US" dirty="0" err="1"/>
              <a:t>viết</a:t>
            </a:r>
            <a:r>
              <a:rPr lang="en-US" dirty="0"/>
              <a:t> trên </a:t>
            </a:r>
            <a:r>
              <a:rPr lang="en-US" b="1" dirty="0"/>
              <a:t>2 file C </a:t>
            </a:r>
            <a:r>
              <a:rPr lang="en-US" b="1" dirty="0" err="1"/>
              <a:t>riêng</a:t>
            </a:r>
            <a:r>
              <a:rPr lang="en-US" dirty="0"/>
              <a:t>, </a:t>
            </a:r>
            <a:r>
              <a:rPr lang="en-US" b="1" dirty="0"/>
              <a:t>không sử </a:t>
            </a:r>
            <a:r>
              <a:rPr lang="en-US" b="1" dirty="0" err="1"/>
              <a:t>dụng</a:t>
            </a:r>
            <a:r>
              <a:rPr lang="en-US" b="1" dirty="0"/>
              <a:t> fork.</a:t>
            </a:r>
          </a:p>
        </p:txBody>
      </p:sp>
    </p:spTree>
    <p:extLst>
      <p:ext uri="{BB962C8B-B14F-4D97-AF65-F5344CB8AC3E}">
        <p14:creationId xmlns:p14="http://schemas.microsoft.com/office/powerpoint/2010/main" val="3443236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960" y="2082799"/>
            <a:ext cx="5115560" cy="678021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©FPT SOFTWARE - Corporate Training Center - Internal 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08AF7-4237-6949-8335-F63F47C2C8CC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25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Internal_Cours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Template_Internal_Course</Template>
  <TotalTime>2013</TotalTime>
  <Words>817</Words>
  <Application>Microsoft Office PowerPoint</Application>
  <PresentationFormat>On-screen Show (16:9)</PresentationFormat>
  <Paragraphs>118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Template_Internal_Course</vt:lpstr>
      <vt:lpstr>Chia sẻ bộ nhớ giữa các process</vt:lpstr>
      <vt:lpstr>agenda</vt:lpstr>
      <vt:lpstr>memory page structure</vt:lpstr>
      <vt:lpstr>Library support</vt:lpstr>
      <vt:lpstr>PowerPoint Presentation</vt:lpstr>
      <vt:lpstr>Sequence diagram to share memory via mmap API</vt:lpstr>
      <vt:lpstr>Create file fd</vt:lpstr>
      <vt:lpstr>Set memory size</vt:lpstr>
      <vt:lpstr>Map shared mem to process</vt:lpstr>
      <vt:lpstr>Unmap shared mem to process</vt:lpstr>
      <vt:lpstr>remove the shared memory </vt:lpstr>
      <vt:lpstr>Example code</vt:lpstr>
      <vt:lpstr>Practice with mmap API</vt:lpstr>
      <vt:lpstr>shm API</vt:lpstr>
      <vt:lpstr>Sequence diagram to share memory via shm API</vt:lpstr>
      <vt:lpstr>generate a unique key from string</vt:lpstr>
      <vt:lpstr>Alloc physical memory from key</vt:lpstr>
      <vt:lpstr>Map shared memory to process address space</vt:lpstr>
      <vt:lpstr>Unmap shared memory in process address space</vt:lpstr>
      <vt:lpstr>Destroy shared memory</vt:lpstr>
      <vt:lpstr>Example code</vt:lpstr>
      <vt:lpstr>Practice with shm API</vt:lpstr>
      <vt:lpstr>Compare shm and mmap API</vt:lpstr>
      <vt:lpstr>Home work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 Tuan Linh (FHO.FWA)</dc:creator>
  <cp:lastModifiedBy>Microsoft account</cp:lastModifiedBy>
  <cp:revision>277</cp:revision>
  <dcterms:created xsi:type="dcterms:W3CDTF">2015-08-31T01:44:46Z</dcterms:created>
  <dcterms:modified xsi:type="dcterms:W3CDTF">2025-11-02T14:36:10Z</dcterms:modified>
</cp:coreProperties>
</file>